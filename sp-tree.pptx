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Nunito" panose="020B0604020202020204" charset="0"/>
      <p:regular r:id="rId4"/>
      <p:bold r:id="rId5"/>
      <p:italic r:id="rId6"/>
      <p:boldItalic r:id="rId7"/>
    </p:embeddedFont>
    <p:embeddedFont>
      <p:font typeface="Poppins" panose="00000500000000000000" pitchFamily="50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136260C-F716-453B-AA10-1A0ADD2F148F}">
  <a:tblStyle styleId="{0136260C-F716-453B-AA10-1A0ADD2F14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6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211176" y="1084563"/>
            <a:ext cx="3852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211175" y="3266338"/>
            <a:ext cx="244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14535" y="398669"/>
            <a:ext cx="8159441" cy="4410297"/>
            <a:chOff x="414535" y="398669"/>
            <a:chExt cx="8159441" cy="4410297"/>
          </a:xfrm>
        </p:grpSpPr>
        <p:sp>
          <p:nvSpPr>
            <p:cNvPr id="12" name="Google Shape;12;p2"/>
            <p:cNvSpPr/>
            <p:nvPr/>
          </p:nvSpPr>
          <p:spPr>
            <a:xfrm>
              <a:off x="6685541" y="4518232"/>
              <a:ext cx="201771" cy="202435"/>
            </a:xfrm>
            <a:custGeom>
              <a:avLst/>
              <a:gdLst/>
              <a:ahLst/>
              <a:cxnLst/>
              <a:rect l="l" t="t" r="r" b="b"/>
              <a:pathLst>
                <a:path w="269028" h="269017" extrusionOk="0">
                  <a:moveTo>
                    <a:pt x="41190" y="93323"/>
                  </a:moveTo>
                  <a:lnTo>
                    <a:pt x="93323" y="93323"/>
                  </a:lnTo>
                  <a:lnTo>
                    <a:pt x="93323" y="41190"/>
                  </a:lnTo>
                  <a:cubicBezTo>
                    <a:pt x="93323" y="18436"/>
                    <a:pt x="111770" y="0"/>
                    <a:pt x="134514" y="0"/>
                  </a:cubicBezTo>
                  <a:cubicBezTo>
                    <a:pt x="157257" y="0"/>
                    <a:pt x="175704" y="18436"/>
                    <a:pt x="175704" y="41190"/>
                  </a:cubicBezTo>
                  <a:lnTo>
                    <a:pt x="175704" y="93323"/>
                  </a:lnTo>
                  <a:lnTo>
                    <a:pt x="227837" y="93323"/>
                  </a:lnTo>
                  <a:cubicBezTo>
                    <a:pt x="250581" y="93323"/>
                    <a:pt x="269028" y="111759"/>
                    <a:pt x="269028" y="134514"/>
                  </a:cubicBezTo>
                  <a:cubicBezTo>
                    <a:pt x="269028" y="157268"/>
                    <a:pt x="250581" y="175704"/>
                    <a:pt x="227837" y="175704"/>
                  </a:cubicBezTo>
                  <a:lnTo>
                    <a:pt x="175704" y="175704"/>
                  </a:lnTo>
                  <a:lnTo>
                    <a:pt x="175704" y="227816"/>
                  </a:lnTo>
                  <a:cubicBezTo>
                    <a:pt x="175704" y="250570"/>
                    <a:pt x="157257" y="269017"/>
                    <a:pt x="134514" y="269017"/>
                  </a:cubicBezTo>
                  <a:cubicBezTo>
                    <a:pt x="111770" y="269017"/>
                    <a:pt x="93323" y="250570"/>
                    <a:pt x="93323" y="227816"/>
                  </a:cubicBezTo>
                  <a:lnTo>
                    <a:pt x="93323" y="175704"/>
                  </a:lnTo>
                  <a:lnTo>
                    <a:pt x="41190" y="175704"/>
                  </a:lnTo>
                  <a:cubicBezTo>
                    <a:pt x="18457" y="175704"/>
                    <a:pt x="0" y="157268"/>
                    <a:pt x="0" y="134514"/>
                  </a:cubicBezTo>
                  <a:cubicBezTo>
                    <a:pt x="0" y="111759"/>
                    <a:pt x="18457" y="93323"/>
                    <a:pt x="41190" y="93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650" tIns="34325" rIns="68650" bIns="343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509279" y="426478"/>
              <a:ext cx="201771" cy="202435"/>
            </a:xfrm>
            <a:custGeom>
              <a:avLst/>
              <a:gdLst/>
              <a:ahLst/>
              <a:cxnLst/>
              <a:rect l="l" t="t" r="r" b="b"/>
              <a:pathLst>
                <a:path w="269028" h="269017" extrusionOk="0">
                  <a:moveTo>
                    <a:pt x="41190" y="93323"/>
                  </a:moveTo>
                  <a:lnTo>
                    <a:pt x="93323" y="93323"/>
                  </a:lnTo>
                  <a:lnTo>
                    <a:pt x="93323" y="41190"/>
                  </a:lnTo>
                  <a:cubicBezTo>
                    <a:pt x="93323" y="18436"/>
                    <a:pt x="111770" y="0"/>
                    <a:pt x="134514" y="0"/>
                  </a:cubicBezTo>
                  <a:cubicBezTo>
                    <a:pt x="157247" y="0"/>
                    <a:pt x="175704" y="18436"/>
                    <a:pt x="175704" y="41190"/>
                  </a:cubicBezTo>
                  <a:lnTo>
                    <a:pt x="175704" y="93323"/>
                  </a:lnTo>
                  <a:lnTo>
                    <a:pt x="227837" y="93323"/>
                  </a:lnTo>
                  <a:cubicBezTo>
                    <a:pt x="250581" y="93323"/>
                    <a:pt x="269028" y="111759"/>
                    <a:pt x="269028" y="134514"/>
                  </a:cubicBezTo>
                  <a:cubicBezTo>
                    <a:pt x="269028" y="157268"/>
                    <a:pt x="250581" y="175704"/>
                    <a:pt x="227837" y="175704"/>
                  </a:cubicBezTo>
                  <a:lnTo>
                    <a:pt x="175704" y="175704"/>
                  </a:lnTo>
                  <a:lnTo>
                    <a:pt x="175704" y="227827"/>
                  </a:lnTo>
                  <a:cubicBezTo>
                    <a:pt x="175704" y="250581"/>
                    <a:pt x="157247" y="269017"/>
                    <a:pt x="134514" y="269017"/>
                  </a:cubicBezTo>
                  <a:cubicBezTo>
                    <a:pt x="111770" y="269017"/>
                    <a:pt x="93323" y="250581"/>
                    <a:pt x="93323" y="227827"/>
                  </a:cubicBezTo>
                  <a:lnTo>
                    <a:pt x="93323" y="175704"/>
                  </a:lnTo>
                  <a:lnTo>
                    <a:pt x="41190" y="175704"/>
                  </a:lnTo>
                  <a:cubicBezTo>
                    <a:pt x="18446" y="175704"/>
                    <a:pt x="0" y="157268"/>
                    <a:pt x="0" y="134514"/>
                  </a:cubicBezTo>
                  <a:cubicBezTo>
                    <a:pt x="0" y="111759"/>
                    <a:pt x="18446" y="93323"/>
                    <a:pt x="41190" y="93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650" tIns="34325" rIns="68650" bIns="343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719298" y="426478"/>
              <a:ext cx="201771" cy="202435"/>
            </a:xfrm>
            <a:custGeom>
              <a:avLst/>
              <a:gdLst/>
              <a:ahLst/>
              <a:cxnLst/>
              <a:rect l="l" t="t" r="r" b="b"/>
              <a:pathLst>
                <a:path w="269028" h="269017" extrusionOk="0">
                  <a:moveTo>
                    <a:pt x="41190" y="93323"/>
                  </a:moveTo>
                  <a:lnTo>
                    <a:pt x="93323" y="93323"/>
                  </a:lnTo>
                  <a:lnTo>
                    <a:pt x="93323" y="41190"/>
                  </a:lnTo>
                  <a:cubicBezTo>
                    <a:pt x="93323" y="18436"/>
                    <a:pt x="111770" y="0"/>
                    <a:pt x="134514" y="0"/>
                  </a:cubicBezTo>
                  <a:cubicBezTo>
                    <a:pt x="157257" y="0"/>
                    <a:pt x="175704" y="18436"/>
                    <a:pt x="175704" y="41190"/>
                  </a:cubicBezTo>
                  <a:lnTo>
                    <a:pt x="175704" y="93323"/>
                  </a:lnTo>
                  <a:lnTo>
                    <a:pt x="227837" y="93323"/>
                  </a:lnTo>
                  <a:cubicBezTo>
                    <a:pt x="250581" y="93323"/>
                    <a:pt x="269028" y="111759"/>
                    <a:pt x="269028" y="134514"/>
                  </a:cubicBezTo>
                  <a:cubicBezTo>
                    <a:pt x="269028" y="157268"/>
                    <a:pt x="250581" y="175704"/>
                    <a:pt x="227837" y="175704"/>
                  </a:cubicBezTo>
                  <a:lnTo>
                    <a:pt x="175704" y="175704"/>
                  </a:lnTo>
                  <a:lnTo>
                    <a:pt x="175704" y="227827"/>
                  </a:lnTo>
                  <a:cubicBezTo>
                    <a:pt x="175704" y="250581"/>
                    <a:pt x="157257" y="269017"/>
                    <a:pt x="134514" y="269017"/>
                  </a:cubicBezTo>
                  <a:cubicBezTo>
                    <a:pt x="111770" y="269017"/>
                    <a:pt x="93323" y="250581"/>
                    <a:pt x="93323" y="227827"/>
                  </a:cubicBezTo>
                  <a:lnTo>
                    <a:pt x="93323" y="175704"/>
                  </a:lnTo>
                  <a:lnTo>
                    <a:pt x="41190" y="175704"/>
                  </a:lnTo>
                  <a:cubicBezTo>
                    <a:pt x="18446" y="175704"/>
                    <a:pt x="0" y="157268"/>
                    <a:pt x="0" y="134514"/>
                  </a:cubicBezTo>
                  <a:cubicBezTo>
                    <a:pt x="0" y="111759"/>
                    <a:pt x="18446" y="93323"/>
                    <a:pt x="41190" y="93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650" tIns="34325" rIns="68650" bIns="343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372198" y="2495532"/>
              <a:ext cx="201779" cy="202435"/>
            </a:xfrm>
            <a:custGeom>
              <a:avLst/>
              <a:gdLst/>
              <a:ahLst/>
              <a:cxnLst/>
              <a:rect l="l" t="t" r="r" b="b"/>
              <a:pathLst>
                <a:path w="269038" h="269017" extrusionOk="0">
                  <a:moveTo>
                    <a:pt x="41200" y="93323"/>
                  </a:moveTo>
                  <a:lnTo>
                    <a:pt x="93334" y="93323"/>
                  </a:lnTo>
                  <a:lnTo>
                    <a:pt x="93334" y="41190"/>
                  </a:lnTo>
                  <a:cubicBezTo>
                    <a:pt x="93334" y="18436"/>
                    <a:pt x="111781" y="0"/>
                    <a:pt x="134524" y="0"/>
                  </a:cubicBezTo>
                  <a:cubicBezTo>
                    <a:pt x="157268" y="0"/>
                    <a:pt x="175715" y="18436"/>
                    <a:pt x="175715" y="41190"/>
                  </a:cubicBezTo>
                  <a:lnTo>
                    <a:pt x="175715" y="93323"/>
                  </a:lnTo>
                  <a:lnTo>
                    <a:pt x="227848" y="93323"/>
                  </a:lnTo>
                  <a:cubicBezTo>
                    <a:pt x="250592" y="93323"/>
                    <a:pt x="269038" y="111759"/>
                    <a:pt x="269038" y="134514"/>
                  </a:cubicBezTo>
                  <a:cubicBezTo>
                    <a:pt x="269038" y="157268"/>
                    <a:pt x="250592" y="175704"/>
                    <a:pt x="227848" y="175704"/>
                  </a:cubicBezTo>
                  <a:lnTo>
                    <a:pt x="175715" y="175704"/>
                  </a:lnTo>
                  <a:lnTo>
                    <a:pt x="175715" y="227827"/>
                  </a:lnTo>
                  <a:cubicBezTo>
                    <a:pt x="175715" y="250581"/>
                    <a:pt x="157268" y="269017"/>
                    <a:pt x="134524" y="269017"/>
                  </a:cubicBezTo>
                  <a:cubicBezTo>
                    <a:pt x="111781" y="269017"/>
                    <a:pt x="93334" y="250581"/>
                    <a:pt x="93334" y="227827"/>
                  </a:cubicBezTo>
                  <a:lnTo>
                    <a:pt x="93334" y="175704"/>
                  </a:lnTo>
                  <a:lnTo>
                    <a:pt x="41200" y="175704"/>
                  </a:lnTo>
                  <a:cubicBezTo>
                    <a:pt x="18457" y="175704"/>
                    <a:pt x="0" y="157268"/>
                    <a:pt x="0" y="134514"/>
                  </a:cubicBezTo>
                  <a:cubicBezTo>
                    <a:pt x="0" y="111759"/>
                    <a:pt x="18457" y="93323"/>
                    <a:pt x="41200" y="93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650" tIns="34325" rIns="68650" bIns="343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14535" y="2484754"/>
              <a:ext cx="201771" cy="202435"/>
            </a:xfrm>
            <a:custGeom>
              <a:avLst/>
              <a:gdLst/>
              <a:ahLst/>
              <a:cxnLst/>
              <a:rect l="l" t="t" r="r" b="b"/>
              <a:pathLst>
                <a:path w="269028" h="269017" extrusionOk="0">
                  <a:moveTo>
                    <a:pt x="41190" y="93323"/>
                  </a:moveTo>
                  <a:lnTo>
                    <a:pt x="93323" y="93323"/>
                  </a:lnTo>
                  <a:lnTo>
                    <a:pt x="93323" y="41190"/>
                  </a:lnTo>
                  <a:cubicBezTo>
                    <a:pt x="93323" y="18436"/>
                    <a:pt x="111770" y="0"/>
                    <a:pt x="134514" y="0"/>
                  </a:cubicBezTo>
                  <a:cubicBezTo>
                    <a:pt x="157257" y="0"/>
                    <a:pt x="175704" y="18436"/>
                    <a:pt x="175704" y="41190"/>
                  </a:cubicBezTo>
                  <a:lnTo>
                    <a:pt x="175704" y="93323"/>
                  </a:lnTo>
                  <a:lnTo>
                    <a:pt x="227837" y="93323"/>
                  </a:lnTo>
                  <a:cubicBezTo>
                    <a:pt x="250581" y="93323"/>
                    <a:pt x="269028" y="111759"/>
                    <a:pt x="269028" y="134514"/>
                  </a:cubicBezTo>
                  <a:cubicBezTo>
                    <a:pt x="269028" y="157268"/>
                    <a:pt x="250581" y="175704"/>
                    <a:pt x="227837" y="175704"/>
                  </a:cubicBezTo>
                  <a:lnTo>
                    <a:pt x="175704" y="175704"/>
                  </a:lnTo>
                  <a:lnTo>
                    <a:pt x="175704" y="227827"/>
                  </a:lnTo>
                  <a:cubicBezTo>
                    <a:pt x="175704" y="250581"/>
                    <a:pt x="157257" y="269017"/>
                    <a:pt x="134514" y="269017"/>
                  </a:cubicBezTo>
                  <a:cubicBezTo>
                    <a:pt x="111770" y="269017"/>
                    <a:pt x="93323" y="250581"/>
                    <a:pt x="93323" y="227827"/>
                  </a:cubicBezTo>
                  <a:lnTo>
                    <a:pt x="93323" y="175704"/>
                  </a:lnTo>
                  <a:lnTo>
                    <a:pt x="41190" y="175704"/>
                  </a:lnTo>
                  <a:cubicBezTo>
                    <a:pt x="18446" y="175704"/>
                    <a:pt x="0" y="157268"/>
                    <a:pt x="0" y="134514"/>
                  </a:cubicBezTo>
                  <a:cubicBezTo>
                    <a:pt x="0" y="111759"/>
                    <a:pt x="18446" y="93323"/>
                    <a:pt x="41190" y="93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650" tIns="34325" rIns="68650" bIns="343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249166" y="4465700"/>
              <a:ext cx="201771" cy="202435"/>
            </a:xfrm>
            <a:custGeom>
              <a:avLst/>
              <a:gdLst/>
              <a:ahLst/>
              <a:cxnLst/>
              <a:rect l="l" t="t" r="r" b="b"/>
              <a:pathLst>
                <a:path w="269028" h="269017" extrusionOk="0">
                  <a:moveTo>
                    <a:pt x="41190" y="93323"/>
                  </a:moveTo>
                  <a:lnTo>
                    <a:pt x="93323" y="93323"/>
                  </a:lnTo>
                  <a:lnTo>
                    <a:pt x="93323" y="41190"/>
                  </a:lnTo>
                  <a:cubicBezTo>
                    <a:pt x="93323" y="18436"/>
                    <a:pt x="111770" y="0"/>
                    <a:pt x="134514" y="0"/>
                  </a:cubicBezTo>
                  <a:cubicBezTo>
                    <a:pt x="157257" y="0"/>
                    <a:pt x="175704" y="18436"/>
                    <a:pt x="175704" y="41190"/>
                  </a:cubicBezTo>
                  <a:lnTo>
                    <a:pt x="175704" y="93323"/>
                  </a:lnTo>
                  <a:lnTo>
                    <a:pt x="227837" y="93323"/>
                  </a:lnTo>
                  <a:cubicBezTo>
                    <a:pt x="250581" y="93323"/>
                    <a:pt x="269028" y="111759"/>
                    <a:pt x="269028" y="134514"/>
                  </a:cubicBezTo>
                  <a:cubicBezTo>
                    <a:pt x="269028" y="157268"/>
                    <a:pt x="250581" y="175704"/>
                    <a:pt x="227837" y="175704"/>
                  </a:cubicBezTo>
                  <a:lnTo>
                    <a:pt x="175704" y="175704"/>
                  </a:lnTo>
                  <a:lnTo>
                    <a:pt x="175704" y="227827"/>
                  </a:lnTo>
                  <a:cubicBezTo>
                    <a:pt x="175704" y="250581"/>
                    <a:pt x="157257" y="269017"/>
                    <a:pt x="134514" y="269017"/>
                  </a:cubicBezTo>
                  <a:cubicBezTo>
                    <a:pt x="111770" y="269017"/>
                    <a:pt x="93323" y="250581"/>
                    <a:pt x="93323" y="227827"/>
                  </a:cubicBezTo>
                  <a:lnTo>
                    <a:pt x="93323" y="175704"/>
                  </a:lnTo>
                  <a:lnTo>
                    <a:pt x="41190" y="175704"/>
                  </a:lnTo>
                  <a:cubicBezTo>
                    <a:pt x="18446" y="175704"/>
                    <a:pt x="0" y="157268"/>
                    <a:pt x="0" y="134514"/>
                  </a:cubicBezTo>
                  <a:cubicBezTo>
                    <a:pt x="0" y="111759"/>
                    <a:pt x="18446" y="93323"/>
                    <a:pt x="41190" y="93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650" tIns="34325" rIns="68650" bIns="343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886155" y="531542"/>
              <a:ext cx="255650" cy="160927"/>
            </a:xfrm>
            <a:custGeom>
              <a:avLst/>
              <a:gdLst/>
              <a:ahLst/>
              <a:cxnLst/>
              <a:rect l="l" t="t" r="r" b="b"/>
              <a:pathLst>
                <a:path w="340867" h="213857" extrusionOk="0">
                  <a:moveTo>
                    <a:pt x="274415" y="213857"/>
                  </a:moveTo>
                  <a:lnTo>
                    <a:pt x="85026" y="213857"/>
                  </a:lnTo>
                  <a:cubicBezTo>
                    <a:pt x="38142" y="213857"/>
                    <a:pt x="0" y="175715"/>
                    <a:pt x="0" y="128830"/>
                  </a:cubicBezTo>
                  <a:cubicBezTo>
                    <a:pt x="0" y="81946"/>
                    <a:pt x="38142" y="43804"/>
                    <a:pt x="85026" y="43804"/>
                  </a:cubicBezTo>
                  <a:cubicBezTo>
                    <a:pt x="88444" y="43804"/>
                    <a:pt x="91863" y="44016"/>
                    <a:pt x="95260" y="44439"/>
                  </a:cubicBezTo>
                  <a:cubicBezTo>
                    <a:pt x="115167" y="16679"/>
                    <a:pt x="147118" y="0"/>
                    <a:pt x="182043" y="0"/>
                  </a:cubicBezTo>
                  <a:cubicBezTo>
                    <a:pt x="232367" y="0"/>
                    <a:pt x="274785" y="34702"/>
                    <a:pt x="286046" y="81957"/>
                  </a:cubicBezTo>
                  <a:cubicBezTo>
                    <a:pt x="317171" y="87471"/>
                    <a:pt x="340867" y="114712"/>
                    <a:pt x="340867" y="147394"/>
                  </a:cubicBezTo>
                  <a:cubicBezTo>
                    <a:pt x="340867" y="184044"/>
                    <a:pt x="311054" y="213857"/>
                    <a:pt x="274415" y="213857"/>
                  </a:cubicBezTo>
                  <a:close/>
                  <a:moveTo>
                    <a:pt x="85026" y="86137"/>
                  </a:moveTo>
                  <a:cubicBezTo>
                    <a:pt x="61478" y="86137"/>
                    <a:pt x="42333" y="105293"/>
                    <a:pt x="42333" y="128830"/>
                  </a:cubicBezTo>
                  <a:cubicBezTo>
                    <a:pt x="42333" y="152378"/>
                    <a:pt x="61478" y="171524"/>
                    <a:pt x="85026" y="171524"/>
                  </a:cubicBezTo>
                  <a:lnTo>
                    <a:pt x="274415" y="171524"/>
                  </a:lnTo>
                  <a:cubicBezTo>
                    <a:pt x="287707" y="171524"/>
                    <a:pt x="298534" y="160707"/>
                    <a:pt x="298534" y="147394"/>
                  </a:cubicBezTo>
                  <a:cubicBezTo>
                    <a:pt x="298534" y="134090"/>
                    <a:pt x="287707" y="123274"/>
                    <a:pt x="274415" y="123274"/>
                  </a:cubicBezTo>
                  <a:cubicBezTo>
                    <a:pt x="273198" y="123274"/>
                    <a:pt x="272012" y="123401"/>
                    <a:pt x="270848" y="123581"/>
                  </a:cubicBezTo>
                  <a:lnTo>
                    <a:pt x="247702" y="127063"/>
                  </a:lnTo>
                  <a:lnTo>
                    <a:pt x="246559" y="103695"/>
                  </a:lnTo>
                  <a:cubicBezTo>
                    <a:pt x="244866" y="69289"/>
                    <a:pt x="216524" y="42333"/>
                    <a:pt x="182043" y="42333"/>
                  </a:cubicBezTo>
                  <a:cubicBezTo>
                    <a:pt x="157511" y="42333"/>
                    <a:pt x="135403" y="55954"/>
                    <a:pt x="124332" y="77903"/>
                  </a:cubicBezTo>
                  <a:lnTo>
                    <a:pt x="116067" y="94286"/>
                  </a:lnTo>
                  <a:lnTo>
                    <a:pt x="98689" y="88423"/>
                  </a:lnTo>
                  <a:cubicBezTo>
                    <a:pt x="94181" y="86899"/>
                    <a:pt x="89587" y="86137"/>
                    <a:pt x="85026" y="861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650" tIns="34325" rIns="68650" bIns="343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44917" y="4538950"/>
              <a:ext cx="255650" cy="160927"/>
            </a:xfrm>
            <a:custGeom>
              <a:avLst/>
              <a:gdLst/>
              <a:ahLst/>
              <a:cxnLst/>
              <a:rect l="l" t="t" r="r" b="b"/>
              <a:pathLst>
                <a:path w="340867" h="213857" extrusionOk="0">
                  <a:moveTo>
                    <a:pt x="274415" y="213857"/>
                  </a:moveTo>
                  <a:lnTo>
                    <a:pt x="85026" y="213857"/>
                  </a:lnTo>
                  <a:cubicBezTo>
                    <a:pt x="38142" y="213857"/>
                    <a:pt x="0" y="175715"/>
                    <a:pt x="0" y="128830"/>
                  </a:cubicBezTo>
                  <a:cubicBezTo>
                    <a:pt x="0" y="81946"/>
                    <a:pt x="38142" y="43804"/>
                    <a:pt x="85026" y="43804"/>
                  </a:cubicBezTo>
                  <a:cubicBezTo>
                    <a:pt x="88444" y="43804"/>
                    <a:pt x="91863" y="44016"/>
                    <a:pt x="95260" y="44439"/>
                  </a:cubicBezTo>
                  <a:cubicBezTo>
                    <a:pt x="115167" y="16679"/>
                    <a:pt x="147118" y="0"/>
                    <a:pt x="182043" y="0"/>
                  </a:cubicBezTo>
                  <a:cubicBezTo>
                    <a:pt x="232367" y="0"/>
                    <a:pt x="274785" y="34702"/>
                    <a:pt x="286046" y="81957"/>
                  </a:cubicBezTo>
                  <a:cubicBezTo>
                    <a:pt x="317171" y="87471"/>
                    <a:pt x="340867" y="114712"/>
                    <a:pt x="340867" y="147394"/>
                  </a:cubicBezTo>
                  <a:cubicBezTo>
                    <a:pt x="340867" y="184044"/>
                    <a:pt x="311054" y="213857"/>
                    <a:pt x="274415" y="213857"/>
                  </a:cubicBezTo>
                  <a:close/>
                  <a:moveTo>
                    <a:pt x="85026" y="86137"/>
                  </a:moveTo>
                  <a:cubicBezTo>
                    <a:pt x="61478" y="86137"/>
                    <a:pt x="42333" y="105293"/>
                    <a:pt x="42333" y="128830"/>
                  </a:cubicBezTo>
                  <a:cubicBezTo>
                    <a:pt x="42333" y="152378"/>
                    <a:pt x="61478" y="171524"/>
                    <a:pt x="85026" y="171524"/>
                  </a:cubicBezTo>
                  <a:lnTo>
                    <a:pt x="274415" y="171524"/>
                  </a:lnTo>
                  <a:cubicBezTo>
                    <a:pt x="287707" y="171524"/>
                    <a:pt x="298534" y="160707"/>
                    <a:pt x="298534" y="147394"/>
                  </a:cubicBezTo>
                  <a:cubicBezTo>
                    <a:pt x="298534" y="134090"/>
                    <a:pt x="287707" y="123274"/>
                    <a:pt x="274415" y="123274"/>
                  </a:cubicBezTo>
                  <a:cubicBezTo>
                    <a:pt x="273198" y="123274"/>
                    <a:pt x="272012" y="123401"/>
                    <a:pt x="270848" y="123581"/>
                  </a:cubicBezTo>
                  <a:lnTo>
                    <a:pt x="247702" y="127063"/>
                  </a:lnTo>
                  <a:lnTo>
                    <a:pt x="246559" y="103695"/>
                  </a:lnTo>
                  <a:cubicBezTo>
                    <a:pt x="244866" y="69289"/>
                    <a:pt x="216524" y="42333"/>
                    <a:pt x="182043" y="42333"/>
                  </a:cubicBezTo>
                  <a:cubicBezTo>
                    <a:pt x="157511" y="42333"/>
                    <a:pt x="135403" y="55954"/>
                    <a:pt x="124332" y="77903"/>
                  </a:cubicBezTo>
                  <a:lnTo>
                    <a:pt x="116067" y="94286"/>
                  </a:lnTo>
                  <a:lnTo>
                    <a:pt x="98689" y="88423"/>
                  </a:lnTo>
                  <a:cubicBezTo>
                    <a:pt x="94181" y="86899"/>
                    <a:pt x="89587" y="86137"/>
                    <a:pt x="85026" y="861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650" tIns="34325" rIns="68650" bIns="343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968893" y="4446205"/>
              <a:ext cx="465415" cy="281852"/>
            </a:xfrm>
            <a:custGeom>
              <a:avLst/>
              <a:gdLst/>
              <a:ahLst/>
              <a:cxnLst/>
              <a:rect l="l" t="t" r="r" b="b"/>
              <a:pathLst>
                <a:path w="620553" h="374554" extrusionOk="0">
                  <a:moveTo>
                    <a:pt x="475689" y="374554"/>
                  </a:moveTo>
                  <a:lnTo>
                    <a:pt x="108902" y="374554"/>
                  </a:lnTo>
                  <a:cubicBezTo>
                    <a:pt x="48852" y="374554"/>
                    <a:pt x="0" y="325712"/>
                    <a:pt x="0" y="265662"/>
                  </a:cubicBezTo>
                  <a:cubicBezTo>
                    <a:pt x="0" y="207602"/>
                    <a:pt x="45656" y="160019"/>
                    <a:pt x="102965" y="156919"/>
                  </a:cubicBezTo>
                  <a:cubicBezTo>
                    <a:pt x="117485" y="67405"/>
                    <a:pt x="194955" y="0"/>
                    <a:pt x="287792" y="0"/>
                  </a:cubicBezTo>
                  <a:cubicBezTo>
                    <a:pt x="353059" y="0"/>
                    <a:pt x="412411" y="33263"/>
                    <a:pt x="446510" y="87862"/>
                  </a:cubicBezTo>
                  <a:cubicBezTo>
                    <a:pt x="456152" y="85862"/>
                    <a:pt x="465910" y="84846"/>
                    <a:pt x="475689" y="84846"/>
                  </a:cubicBezTo>
                  <a:cubicBezTo>
                    <a:pt x="555561" y="84846"/>
                    <a:pt x="620553" y="149838"/>
                    <a:pt x="620553" y="229711"/>
                  </a:cubicBezTo>
                  <a:cubicBezTo>
                    <a:pt x="620553" y="309573"/>
                    <a:pt x="555561" y="374554"/>
                    <a:pt x="475689" y="374554"/>
                  </a:cubicBezTo>
                  <a:close/>
                  <a:moveTo>
                    <a:pt x="108902" y="199093"/>
                  </a:moveTo>
                  <a:cubicBezTo>
                    <a:pt x="72188" y="199093"/>
                    <a:pt x="42333" y="228949"/>
                    <a:pt x="42333" y="265662"/>
                  </a:cubicBezTo>
                  <a:cubicBezTo>
                    <a:pt x="42333" y="302365"/>
                    <a:pt x="72188" y="332221"/>
                    <a:pt x="108902" y="332221"/>
                  </a:cubicBezTo>
                  <a:lnTo>
                    <a:pt x="475689" y="332221"/>
                  </a:lnTo>
                  <a:cubicBezTo>
                    <a:pt x="532225" y="332221"/>
                    <a:pt x="578220" y="286226"/>
                    <a:pt x="578220" y="229711"/>
                  </a:cubicBezTo>
                  <a:cubicBezTo>
                    <a:pt x="578220" y="173175"/>
                    <a:pt x="532225" y="127179"/>
                    <a:pt x="475689" y="127179"/>
                  </a:cubicBezTo>
                  <a:cubicBezTo>
                    <a:pt x="464682" y="127179"/>
                    <a:pt x="453654" y="129021"/>
                    <a:pt x="442933" y="132640"/>
                  </a:cubicBezTo>
                  <a:lnTo>
                    <a:pt x="425534" y="138514"/>
                  </a:lnTo>
                  <a:lnTo>
                    <a:pt x="417258" y="122121"/>
                  </a:lnTo>
                  <a:cubicBezTo>
                    <a:pt x="392440" y="72908"/>
                    <a:pt x="342836" y="42333"/>
                    <a:pt x="287792" y="42333"/>
                  </a:cubicBezTo>
                  <a:cubicBezTo>
                    <a:pt x="210417" y="42333"/>
                    <a:pt x="146833" y="102817"/>
                    <a:pt x="143044" y="180033"/>
                  </a:cubicBezTo>
                  <a:lnTo>
                    <a:pt x="141890" y="203358"/>
                  </a:lnTo>
                  <a:lnTo>
                    <a:pt x="118787" y="199929"/>
                  </a:lnTo>
                  <a:cubicBezTo>
                    <a:pt x="114945" y="199358"/>
                    <a:pt x="111802" y="199093"/>
                    <a:pt x="108902" y="1990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650" tIns="34325" rIns="68650" bIns="343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15528" y="4527114"/>
              <a:ext cx="465415" cy="281852"/>
            </a:xfrm>
            <a:custGeom>
              <a:avLst/>
              <a:gdLst/>
              <a:ahLst/>
              <a:cxnLst/>
              <a:rect l="l" t="t" r="r" b="b"/>
              <a:pathLst>
                <a:path w="620553" h="374554" extrusionOk="0">
                  <a:moveTo>
                    <a:pt x="475689" y="374554"/>
                  </a:moveTo>
                  <a:lnTo>
                    <a:pt x="108902" y="374554"/>
                  </a:lnTo>
                  <a:cubicBezTo>
                    <a:pt x="48852" y="374554"/>
                    <a:pt x="0" y="325712"/>
                    <a:pt x="0" y="265662"/>
                  </a:cubicBezTo>
                  <a:cubicBezTo>
                    <a:pt x="0" y="207602"/>
                    <a:pt x="45656" y="160019"/>
                    <a:pt x="102965" y="156919"/>
                  </a:cubicBezTo>
                  <a:cubicBezTo>
                    <a:pt x="117485" y="67405"/>
                    <a:pt x="194955" y="0"/>
                    <a:pt x="287792" y="0"/>
                  </a:cubicBezTo>
                  <a:cubicBezTo>
                    <a:pt x="353059" y="0"/>
                    <a:pt x="412411" y="33263"/>
                    <a:pt x="446510" y="87862"/>
                  </a:cubicBezTo>
                  <a:cubicBezTo>
                    <a:pt x="456152" y="85862"/>
                    <a:pt x="465910" y="84846"/>
                    <a:pt x="475689" y="84846"/>
                  </a:cubicBezTo>
                  <a:cubicBezTo>
                    <a:pt x="555561" y="84846"/>
                    <a:pt x="620553" y="149838"/>
                    <a:pt x="620553" y="229711"/>
                  </a:cubicBezTo>
                  <a:cubicBezTo>
                    <a:pt x="620553" y="309573"/>
                    <a:pt x="555561" y="374554"/>
                    <a:pt x="475689" y="374554"/>
                  </a:cubicBezTo>
                  <a:close/>
                  <a:moveTo>
                    <a:pt x="108902" y="199093"/>
                  </a:moveTo>
                  <a:cubicBezTo>
                    <a:pt x="72188" y="199093"/>
                    <a:pt x="42333" y="228949"/>
                    <a:pt x="42333" y="265662"/>
                  </a:cubicBezTo>
                  <a:cubicBezTo>
                    <a:pt x="42333" y="302365"/>
                    <a:pt x="72188" y="332221"/>
                    <a:pt x="108902" y="332221"/>
                  </a:cubicBezTo>
                  <a:lnTo>
                    <a:pt x="475689" y="332221"/>
                  </a:lnTo>
                  <a:cubicBezTo>
                    <a:pt x="532225" y="332221"/>
                    <a:pt x="578220" y="286226"/>
                    <a:pt x="578220" y="229711"/>
                  </a:cubicBezTo>
                  <a:cubicBezTo>
                    <a:pt x="578220" y="173175"/>
                    <a:pt x="532225" y="127179"/>
                    <a:pt x="475689" y="127179"/>
                  </a:cubicBezTo>
                  <a:cubicBezTo>
                    <a:pt x="464682" y="127179"/>
                    <a:pt x="453654" y="129021"/>
                    <a:pt x="442933" y="132640"/>
                  </a:cubicBezTo>
                  <a:lnTo>
                    <a:pt x="425534" y="138514"/>
                  </a:lnTo>
                  <a:lnTo>
                    <a:pt x="417258" y="122121"/>
                  </a:lnTo>
                  <a:cubicBezTo>
                    <a:pt x="392440" y="72908"/>
                    <a:pt x="342836" y="42333"/>
                    <a:pt x="287792" y="42333"/>
                  </a:cubicBezTo>
                  <a:cubicBezTo>
                    <a:pt x="210417" y="42333"/>
                    <a:pt x="146833" y="102817"/>
                    <a:pt x="143044" y="180033"/>
                  </a:cubicBezTo>
                  <a:lnTo>
                    <a:pt x="141890" y="203358"/>
                  </a:lnTo>
                  <a:lnTo>
                    <a:pt x="118787" y="199929"/>
                  </a:lnTo>
                  <a:cubicBezTo>
                    <a:pt x="114945" y="199358"/>
                    <a:pt x="111802" y="199093"/>
                    <a:pt x="108902" y="1990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650" tIns="34325" rIns="68650" bIns="343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288011" y="398669"/>
              <a:ext cx="255650" cy="160927"/>
            </a:xfrm>
            <a:custGeom>
              <a:avLst/>
              <a:gdLst/>
              <a:ahLst/>
              <a:cxnLst/>
              <a:rect l="l" t="t" r="r" b="b"/>
              <a:pathLst>
                <a:path w="340867" h="213857" extrusionOk="0">
                  <a:moveTo>
                    <a:pt x="255841" y="213857"/>
                  </a:moveTo>
                  <a:lnTo>
                    <a:pt x="66463" y="213857"/>
                  </a:lnTo>
                  <a:cubicBezTo>
                    <a:pt x="29813" y="213857"/>
                    <a:pt x="0" y="184033"/>
                    <a:pt x="0" y="147383"/>
                  </a:cubicBezTo>
                  <a:cubicBezTo>
                    <a:pt x="0" y="114712"/>
                    <a:pt x="23706" y="87471"/>
                    <a:pt x="54821" y="81957"/>
                  </a:cubicBezTo>
                  <a:cubicBezTo>
                    <a:pt x="66082" y="34692"/>
                    <a:pt x="108500" y="0"/>
                    <a:pt x="158834" y="0"/>
                  </a:cubicBezTo>
                  <a:cubicBezTo>
                    <a:pt x="193749" y="0"/>
                    <a:pt x="225710" y="16679"/>
                    <a:pt x="245607" y="44428"/>
                  </a:cubicBezTo>
                  <a:cubicBezTo>
                    <a:pt x="249004" y="44005"/>
                    <a:pt x="252412" y="43793"/>
                    <a:pt x="255841" y="43793"/>
                  </a:cubicBezTo>
                  <a:cubicBezTo>
                    <a:pt x="302715" y="43793"/>
                    <a:pt x="340867" y="81946"/>
                    <a:pt x="340867" y="128820"/>
                  </a:cubicBezTo>
                  <a:cubicBezTo>
                    <a:pt x="340867" y="175704"/>
                    <a:pt x="302715" y="213857"/>
                    <a:pt x="255841" y="213857"/>
                  </a:cubicBezTo>
                  <a:close/>
                  <a:moveTo>
                    <a:pt x="66463" y="123264"/>
                  </a:moveTo>
                  <a:cubicBezTo>
                    <a:pt x="53149" y="123264"/>
                    <a:pt x="42333" y="134080"/>
                    <a:pt x="42333" y="147383"/>
                  </a:cubicBezTo>
                  <a:cubicBezTo>
                    <a:pt x="42333" y="160697"/>
                    <a:pt x="53149" y="171524"/>
                    <a:pt x="66463" y="171524"/>
                  </a:cubicBezTo>
                  <a:lnTo>
                    <a:pt x="255841" y="171524"/>
                  </a:lnTo>
                  <a:cubicBezTo>
                    <a:pt x="279378" y="171524"/>
                    <a:pt x="298534" y="152368"/>
                    <a:pt x="298534" y="128820"/>
                  </a:cubicBezTo>
                  <a:cubicBezTo>
                    <a:pt x="298534" y="105282"/>
                    <a:pt x="279378" y="86127"/>
                    <a:pt x="255841" y="86127"/>
                  </a:cubicBezTo>
                  <a:cubicBezTo>
                    <a:pt x="251280" y="86127"/>
                    <a:pt x="246676" y="86889"/>
                    <a:pt x="242178" y="88413"/>
                  </a:cubicBezTo>
                  <a:lnTo>
                    <a:pt x="224789" y="94265"/>
                  </a:lnTo>
                  <a:lnTo>
                    <a:pt x="216524" y="77882"/>
                  </a:lnTo>
                  <a:cubicBezTo>
                    <a:pt x="205464" y="55954"/>
                    <a:pt x="183356" y="42333"/>
                    <a:pt x="158834" y="42333"/>
                  </a:cubicBezTo>
                  <a:cubicBezTo>
                    <a:pt x="124343" y="42333"/>
                    <a:pt x="96001" y="69278"/>
                    <a:pt x="94318" y="103684"/>
                  </a:cubicBezTo>
                  <a:lnTo>
                    <a:pt x="93154" y="127063"/>
                  </a:lnTo>
                  <a:lnTo>
                    <a:pt x="70008" y="123570"/>
                  </a:lnTo>
                  <a:cubicBezTo>
                    <a:pt x="68855" y="123401"/>
                    <a:pt x="67669" y="123264"/>
                    <a:pt x="66463" y="1232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650" tIns="34325" rIns="68650" bIns="343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77243" y="430751"/>
              <a:ext cx="255650" cy="160927"/>
            </a:xfrm>
            <a:custGeom>
              <a:avLst/>
              <a:gdLst/>
              <a:ahLst/>
              <a:cxnLst/>
              <a:rect l="l" t="t" r="r" b="b"/>
              <a:pathLst>
                <a:path w="340867" h="213857" extrusionOk="0">
                  <a:moveTo>
                    <a:pt x="255841" y="213857"/>
                  </a:moveTo>
                  <a:lnTo>
                    <a:pt x="66463" y="213857"/>
                  </a:lnTo>
                  <a:cubicBezTo>
                    <a:pt x="29813" y="213857"/>
                    <a:pt x="0" y="184033"/>
                    <a:pt x="0" y="147383"/>
                  </a:cubicBezTo>
                  <a:cubicBezTo>
                    <a:pt x="0" y="114712"/>
                    <a:pt x="23706" y="87471"/>
                    <a:pt x="54821" y="81957"/>
                  </a:cubicBezTo>
                  <a:cubicBezTo>
                    <a:pt x="66082" y="34692"/>
                    <a:pt x="108500" y="0"/>
                    <a:pt x="158834" y="0"/>
                  </a:cubicBezTo>
                  <a:cubicBezTo>
                    <a:pt x="193749" y="0"/>
                    <a:pt x="225710" y="16679"/>
                    <a:pt x="245607" y="44428"/>
                  </a:cubicBezTo>
                  <a:cubicBezTo>
                    <a:pt x="249004" y="44005"/>
                    <a:pt x="252412" y="43793"/>
                    <a:pt x="255841" y="43793"/>
                  </a:cubicBezTo>
                  <a:cubicBezTo>
                    <a:pt x="302715" y="43793"/>
                    <a:pt x="340867" y="81946"/>
                    <a:pt x="340867" y="128820"/>
                  </a:cubicBezTo>
                  <a:cubicBezTo>
                    <a:pt x="340867" y="175704"/>
                    <a:pt x="302715" y="213857"/>
                    <a:pt x="255841" y="213857"/>
                  </a:cubicBezTo>
                  <a:close/>
                  <a:moveTo>
                    <a:pt x="66463" y="123264"/>
                  </a:moveTo>
                  <a:cubicBezTo>
                    <a:pt x="53149" y="123264"/>
                    <a:pt x="42333" y="134080"/>
                    <a:pt x="42333" y="147383"/>
                  </a:cubicBezTo>
                  <a:cubicBezTo>
                    <a:pt x="42333" y="160697"/>
                    <a:pt x="53149" y="171524"/>
                    <a:pt x="66463" y="171524"/>
                  </a:cubicBezTo>
                  <a:lnTo>
                    <a:pt x="255841" y="171524"/>
                  </a:lnTo>
                  <a:cubicBezTo>
                    <a:pt x="279378" y="171524"/>
                    <a:pt x="298534" y="152368"/>
                    <a:pt x="298534" y="128820"/>
                  </a:cubicBezTo>
                  <a:cubicBezTo>
                    <a:pt x="298534" y="105282"/>
                    <a:pt x="279378" y="86127"/>
                    <a:pt x="255841" y="86127"/>
                  </a:cubicBezTo>
                  <a:cubicBezTo>
                    <a:pt x="251280" y="86127"/>
                    <a:pt x="246676" y="86889"/>
                    <a:pt x="242178" y="88413"/>
                  </a:cubicBezTo>
                  <a:lnTo>
                    <a:pt x="224789" y="94265"/>
                  </a:lnTo>
                  <a:lnTo>
                    <a:pt x="216524" y="77882"/>
                  </a:lnTo>
                  <a:cubicBezTo>
                    <a:pt x="205464" y="55954"/>
                    <a:pt x="183356" y="42333"/>
                    <a:pt x="158834" y="42333"/>
                  </a:cubicBezTo>
                  <a:cubicBezTo>
                    <a:pt x="124343" y="42333"/>
                    <a:pt x="96001" y="69278"/>
                    <a:pt x="94318" y="103684"/>
                  </a:cubicBezTo>
                  <a:lnTo>
                    <a:pt x="93154" y="127063"/>
                  </a:lnTo>
                  <a:lnTo>
                    <a:pt x="70008" y="123570"/>
                  </a:lnTo>
                  <a:cubicBezTo>
                    <a:pt x="68855" y="123401"/>
                    <a:pt x="67669" y="123264"/>
                    <a:pt x="66463" y="1232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650" tIns="34325" rIns="68650" bIns="343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">
    <p:bg>
      <p:bgPr>
        <a:solidFill>
          <a:schemeClr val="dk1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_1">
    <p:bg>
      <p:bgPr>
        <a:solidFill>
          <a:schemeClr val="accent2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_1">
    <p:bg>
      <p:bgPr>
        <a:solidFill>
          <a:schemeClr val="accent2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5"/>
          <p:cNvSpPr/>
          <p:nvPr/>
        </p:nvSpPr>
        <p:spPr>
          <a:xfrm rot="10800000">
            <a:off x="12" y="3535354"/>
            <a:ext cx="3191539" cy="3850994"/>
          </a:xfrm>
          <a:custGeom>
            <a:avLst/>
            <a:gdLst/>
            <a:ahLst/>
            <a:cxnLst/>
            <a:rect l="l" t="t" r="r" b="b"/>
            <a:pathLst>
              <a:path w="2727811" h="3291448" extrusionOk="0">
                <a:moveTo>
                  <a:pt x="29157" y="0"/>
                </a:moveTo>
                <a:cubicBezTo>
                  <a:pt x="29157" y="0"/>
                  <a:pt x="0" y="765820"/>
                  <a:pt x="839290" y="702119"/>
                </a:cubicBezTo>
                <a:cubicBezTo>
                  <a:pt x="1678590" y="638418"/>
                  <a:pt x="1987856" y="1591987"/>
                  <a:pt x="1781672" y="2081667"/>
                </a:cubicBezTo>
                <a:cubicBezTo>
                  <a:pt x="1575498" y="2571337"/>
                  <a:pt x="1947195" y="3291448"/>
                  <a:pt x="2727811" y="3176238"/>
                </a:cubicBezTo>
                <a:lnTo>
                  <a:pt x="272781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650" tIns="34325" rIns="68650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/>
          </a:p>
        </p:txBody>
      </p:sp>
      <p:sp>
        <p:nvSpPr>
          <p:cNvPr id="374" name="Google Shape;374;p25"/>
          <p:cNvSpPr txBox="1">
            <a:spLocks noGrp="1"/>
          </p:cNvSpPr>
          <p:nvPr>
            <p:ph type="title"/>
          </p:nvPr>
        </p:nvSpPr>
        <p:spPr>
          <a:xfrm>
            <a:off x="311700" y="727475"/>
            <a:ext cx="8520600" cy="6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75" name="Google Shape;375;p25"/>
          <p:cNvSpPr/>
          <p:nvPr/>
        </p:nvSpPr>
        <p:spPr>
          <a:xfrm>
            <a:off x="6427303" y="-34596"/>
            <a:ext cx="2789187" cy="3365506"/>
          </a:xfrm>
          <a:custGeom>
            <a:avLst/>
            <a:gdLst/>
            <a:ahLst/>
            <a:cxnLst/>
            <a:rect l="l" t="t" r="r" b="b"/>
            <a:pathLst>
              <a:path w="2727811" h="3291448" extrusionOk="0">
                <a:moveTo>
                  <a:pt x="29157" y="0"/>
                </a:moveTo>
                <a:cubicBezTo>
                  <a:pt x="29157" y="0"/>
                  <a:pt x="0" y="765820"/>
                  <a:pt x="839290" y="702119"/>
                </a:cubicBezTo>
                <a:cubicBezTo>
                  <a:pt x="1678590" y="638418"/>
                  <a:pt x="1987856" y="1591987"/>
                  <a:pt x="1781672" y="2081667"/>
                </a:cubicBezTo>
                <a:cubicBezTo>
                  <a:pt x="1575498" y="2571337"/>
                  <a:pt x="1947195" y="3291448"/>
                  <a:pt x="2727811" y="3176238"/>
                </a:cubicBezTo>
                <a:lnTo>
                  <a:pt x="272781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650" tIns="34325" rIns="68650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/>
          </a:p>
        </p:txBody>
      </p:sp>
      <p:sp>
        <p:nvSpPr>
          <p:cNvPr id="376" name="Google Shape;376;p25"/>
          <p:cNvSpPr/>
          <p:nvPr/>
        </p:nvSpPr>
        <p:spPr>
          <a:xfrm>
            <a:off x="8267983" y="3330896"/>
            <a:ext cx="204461" cy="204453"/>
          </a:xfrm>
          <a:custGeom>
            <a:avLst/>
            <a:gdLst/>
            <a:ahLst/>
            <a:cxnLst/>
            <a:rect l="l" t="t" r="r" b="b"/>
            <a:pathLst>
              <a:path w="269028" h="269017" extrusionOk="0">
                <a:moveTo>
                  <a:pt x="41190" y="93323"/>
                </a:moveTo>
                <a:lnTo>
                  <a:pt x="93323" y="93323"/>
                </a:lnTo>
                <a:lnTo>
                  <a:pt x="93323" y="41190"/>
                </a:lnTo>
                <a:cubicBezTo>
                  <a:pt x="93323" y="18436"/>
                  <a:pt x="111770" y="0"/>
                  <a:pt x="134514" y="0"/>
                </a:cubicBezTo>
                <a:cubicBezTo>
                  <a:pt x="157257" y="0"/>
                  <a:pt x="175704" y="18436"/>
                  <a:pt x="175704" y="41190"/>
                </a:cubicBezTo>
                <a:lnTo>
                  <a:pt x="175704" y="93323"/>
                </a:lnTo>
                <a:lnTo>
                  <a:pt x="227837" y="93323"/>
                </a:lnTo>
                <a:cubicBezTo>
                  <a:pt x="250581" y="93323"/>
                  <a:pt x="269028" y="111759"/>
                  <a:pt x="269028" y="134514"/>
                </a:cubicBezTo>
                <a:cubicBezTo>
                  <a:pt x="269028" y="157268"/>
                  <a:pt x="250581" y="175704"/>
                  <a:pt x="227837" y="175704"/>
                </a:cubicBezTo>
                <a:lnTo>
                  <a:pt x="175704" y="175704"/>
                </a:lnTo>
                <a:lnTo>
                  <a:pt x="175704" y="227827"/>
                </a:lnTo>
                <a:cubicBezTo>
                  <a:pt x="175704" y="250581"/>
                  <a:pt x="157257" y="269017"/>
                  <a:pt x="134514" y="269017"/>
                </a:cubicBezTo>
                <a:cubicBezTo>
                  <a:pt x="111770" y="269017"/>
                  <a:pt x="93323" y="250581"/>
                  <a:pt x="93323" y="227827"/>
                </a:cubicBezTo>
                <a:lnTo>
                  <a:pt x="93323" y="175704"/>
                </a:lnTo>
                <a:lnTo>
                  <a:pt x="41190" y="175704"/>
                </a:lnTo>
                <a:cubicBezTo>
                  <a:pt x="18446" y="175704"/>
                  <a:pt x="0" y="157268"/>
                  <a:pt x="0" y="134514"/>
                </a:cubicBezTo>
                <a:cubicBezTo>
                  <a:pt x="0" y="111759"/>
                  <a:pt x="18446" y="93323"/>
                  <a:pt x="41190" y="9332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650" tIns="34325" rIns="68650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/>
          </a:p>
        </p:txBody>
      </p:sp>
      <p:sp>
        <p:nvSpPr>
          <p:cNvPr id="377" name="Google Shape;377;p25"/>
          <p:cNvSpPr/>
          <p:nvPr/>
        </p:nvSpPr>
        <p:spPr>
          <a:xfrm>
            <a:off x="377524" y="409801"/>
            <a:ext cx="204461" cy="204453"/>
          </a:xfrm>
          <a:custGeom>
            <a:avLst/>
            <a:gdLst/>
            <a:ahLst/>
            <a:cxnLst/>
            <a:rect l="l" t="t" r="r" b="b"/>
            <a:pathLst>
              <a:path w="269028" h="269017" extrusionOk="0">
                <a:moveTo>
                  <a:pt x="41190" y="93323"/>
                </a:moveTo>
                <a:lnTo>
                  <a:pt x="93323" y="93323"/>
                </a:lnTo>
                <a:lnTo>
                  <a:pt x="93323" y="41190"/>
                </a:lnTo>
                <a:cubicBezTo>
                  <a:pt x="93323" y="18436"/>
                  <a:pt x="111770" y="0"/>
                  <a:pt x="134514" y="0"/>
                </a:cubicBezTo>
                <a:cubicBezTo>
                  <a:pt x="157257" y="0"/>
                  <a:pt x="175704" y="18436"/>
                  <a:pt x="175704" y="41190"/>
                </a:cubicBezTo>
                <a:lnTo>
                  <a:pt x="175704" y="93323"/>
                </a:lnTo>
                <a:lnTo>
                  <a:pt x="227837" y="93323"/>
                </a:lnTo>
                <a:cubicBezTo>
                  <a:pt x="250581" y="93323"/>
                  <a:pt x="269028" y="111759"/>
                  <a:pt x="269028" y="134514"/>
                </a:cubicBezTo>
                <a:cubicBezTo>
                  <a:pt x="269028" y="157268"/>
                  <a:pt x="250581" y="175704"/>
                  <a:pt x="227837" y="175704"/>
                </a:cubicBezTo>
                <a:lnTo>
                  <a:pt x="175704" y="175704"/>
                </a:lnTo>
                <a:lnTo>
                  <a:pt x="175704" y="227827"/>
                </a:lnTo>
                <a:cubicBezTo>
                  <a:pt x="175704" y="250581"/>
                  <a:pt x="157257" y="269017"/>
                  <a:pt x="134514" y="269017"/>
                </a:cubicBezTo>
                <a:cubicBezTo>
                  <a:pt x="111770" y="269017"/>
                  <a:pt x="93323" y="250581"/>
                  <a:pt x="93323" y="227827"/>
                </a:cubicBezTo>
                <a:lnTo>
                  <a:pt x="93323" y="175704"/>
                </a:lnTo>
                <a:lnTo>
                  <a:pt x="41190" y="175704"/>
                </a:lnTo>
                <a:cubicBezTo>
                  <a:pt x="18457" y="175704"/>
                  <a:pt x="0" y="157268"/>
                  <a:pt x="0" y="134514"/>
                </a:cubicBezTo>
                <a:cubicBezTo>
                  <a:pt x="0" y="111759"/>
                  <a:pt x="18457" y="93323"/>
                  <a:pt x="41190" y="9332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650" tIns="34325" rIns="68650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/>
          </a:p>
        </p:txBody>
      </p:sp>
      <p:sp>
        <p:nvSpPr>
          <p:cNvPr id="378" name="Google Shape;378;p25"/>
          <p:cNvSpPr/>
          <p:nvPr/>
        </p:nvSpPr>
        <p:spPr>
          <a:xfrm>
            <a:off x="8341519" y="368442"/>
            <a:ext cx="259059" cy="162531"/>
          </a:xfrm>
          <a:custGeom>
            <a:avLst/>
            <a:gdLst/>
            <a:ahLst/>
            <a:cxnLst/>
            <a:rect l="l" t="t" r="r" b="b"/>
            <a:pathLst>
              <a:path w="340867" h="213857" extrusionOk="0">
                <a:moveTo>
                  <a:pt x="255841" y="213857"/>
                </a:moveTo>
                <a:lnTo>
                  <a:pt x="66463" y="213857"/>
                </a:lnTo>
                <a:cubicBezTo>
                  <a:pt x="29813" y="213857"/>
                  <a:pt x="0" y="184033"/>
                  <a:pt x="0" y="147383"/>
                </a:cubicBezTo>
                <a:cubicBezTo>
                  <a:pt x="0" y="114712"/>
                  <a:pt x="23706" y="87471"/>
                  <a:pt x="54821" y="81957"/>
                </a:cubicBezTo>
                <a:cubicBezTo>
                  <a:pt x="66082" y="34692"/>
                  <a:pt x="108500" y="0"/>
                  <a:pt x="158834" y="0"/>
                </a:cubicBezTo>
                <a:cubicBezTo>
                  <a:pt x="193749" y="0"/>
                  <a:pt x="225710" y="16679"/>
                  <a:pt x="245607" y="44428"/>
                </a:cubicBezTo>
                <a:cubicBezTo>
                  <a:pt x="249004" y="44005"/>
                  <a:pt x="252412" y="43793"/>
                  <a:pt x="255841" y="43793"/>
                </a:cubicBezTo>
                <a:cubicBezTo>
                  <a:pt x="302715" y="43793"/>
                  <a:pt x="340867" y="81946"/>
                  <a:pt x="340867" y="128820"/>
                </a:cubicBezTo>
                <a:cubicBezTo>
                  <a:pt x="340867" y="175704"/>
                  <a:pt x="302715" y="213857"/>
                  <a:pt x="255841" y="213857"/>
                </a:cubicBezTo>
                <a:close/>
                <a:moveTo>
                  <a:pt x="66463" y="123264"/>
                </a:moveTo>
                <a:cubicBezTo>
                  <a:pt x="53149" y="123264"/>
                  <a:pt x="42333" y="134080"/>
                  <a:pt x="42333" y="147383"/>
                </a:cubicBezTo>
                <a:cubicBezTo>
                  <a:pt x="42333" y="160697"/>
                  <a:pt x="53149" y="171524"/>
                  <a:pt x="66463" y="171524"/>
                </a:cubicBezTo>
                <a:lnTo>
                  <a:pt x="255841" y="171524"/>
                </a:lnTo>
                <a:cubicBezTo>
                  <a:pt x="279378" y="171524"/>
                  <a:pt x="298534" y="152368"/>
                  <a:pt x="298534" y="128820"/>
                </a:cubicBezTo>
                <a:cubicBezTo>
                  <a:pt x="298534" y="105282"/>
                  <a:pt x="279378" y="86127"/>
                  <a:pt x="255841" y="86127"/>
                </a:cubicBezTo>
                <a:cubicBezTo>
                  <a:pt x="251280" y="86127"/>
                  <a:pt x="246676" y="86889"/>
                  <a:pt x="242178" y="88413"/>
                </a:cubicBezTo>
                <a:lnTo>
                  <a:pt x="224789" y="94265"/>
                </a:lnTo>
                <a:lnTo>
                  <a:pt x="216524" y="77882"/>
                </a:lnTo>
                <a:cubicBezTo>
                  <a:pt x="205464" y="55954"/>
                  <a:pt x="183356" y="42333"/>
                  <a:pt x="158834" y="42333"/>
                </a:cubicBezTo>
                <a:cubicBezTo>
                  <a:pt x="124343" y="42333"/>
                  <a:pt x="96001" y="69278"/>
                  <a:pt x="94318" y="103684"/>
                </a:cubicBezTo>
                <a:lnTo>
                  <a:pt x="93154" y="127063"/>
                </a:lnTo>
                <a:lnTo>
                  <a:pt x="70008" y="123570"/>
                </a:lnTo>
                <a:cubicBezTo>
                  <a:pt x="68855" y="123401"/>
                  <a:pt x="67669" y="123264"/>
                  <a:pt x="66463" y="12326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68650" tIns="34325" rIns="68650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/>
          </a:p>
        </p:txBody>
      </p:sp>
      <p:sp>
        <p:nvSpPr>
          <p:cNvPr id="379" name="Google Shape;379;p25"/>
          <p:cNvSpPr/>
          <p:nvPr/>
        </p:nvSpPr>
        <p:spPr>
          <a:xfrm>
            <a:off x="1609553" y="325151"/>
            <a:ext cx="259059" cy="162531"/>
          </a:xfrm>
          <a:custGeom>
            <a:avLst/>
            <a:gdLst/>
            <a:ahLst/>
            <a:cxnLst/>
            <a:rect l="l" t="t" r="r" b="b"/>
            <a:pathLst>
              <a:path w="340867" h="213857" extrusionOk="0">
                <a:moveTo>
                  <a:pt x="255841" y="213857"/>
                </a:moveTo>
                <a:lnTo>
                  <a:pt x="66463" y="213857"/>
                </a:lnTo>
                <a:cubicBezTo>
                  <a:pt x="29813" y="213857"/>
                  <a:pt x="0" y="184033"/>
                  <a:pt x="0" y="147383"/>
                </a:cubicBezTo>
                <a:cubicBezTo>
                  <a:pt x="0" y="114712"/>
                  <a:pt x="23706" y="87471"/>
                  <a:pt x="54821" y="81957"/>
                </a:cubicBezTo>
                <a:cubicBezTo>
                  <a:pt x="66082" y="34692"/>
                  <a:pt x="108500" y="0"/>
                  <a:pt x="158834" y="0"/>
                </a:cubicBezTo>
                <a:cubicBezTo>
                  <a:pt x="193749" y="0"/>
                  <a:pt x="225710" y="16679"/>
                  <a:pt x="245607" y="44428"/>
                </a:cubicBezTo>
                <a:cubicBezTo>
                  <a:pt x="249004" y="44005"/>
                  <a:pt x="252412" y="43793"/>
                  <a:pt x="255841" y="43793"/>
                </a:cubicBezTo>
                <a:cubicBezTo>
                  <a:pt x="302715" y="43793"/>
                  <a:pt x="340867" y="81946"/>
                  <a:pt x="340867" y="128820"/>
                </a:cubicBezTo>
                <a:cubicBezTo>
                  <a:pt x="340867" y="175704"/>
                  <a:pt x="302715" y="213857"/>
                  <a:pt x="255841" y="213857"/>
                </a:cubicBezTo>
                <a:close/>
                <a:moveTo>
                  <a:pt x="66463" y="123264"/>
                </a:moveTo>
                <a:cubicBezTo>
                  <a:pt x="53149" y="123264"/>
                  <a:pt x="42333" y="134080"/>
                  <a:pt x="42333" y="147383"/>
                </a:cubicBezTo>
                <a:cubicBezTo>
                  <a:pt x="42333" y="160697"/>
                  <a:pt x="53149" y="171524"/>
                  <a:pt x="66463" y="171524"/>
                </a:cubicBezTo>
                <a:lnTo>
                  <a:pt x="255841" y="171524"/>
                </a:lnTo>
                <a:cubicBezTo>
                  <a:pt x="279378" y="171524"/>
                  <a:pt x="298534" y="152368"/>
                  <a:pt x="298534" y="128820"/>
                </a:cubicBezTo>
                <a:cubicBezTo>
                  <a:pt x="298534" y="105282"/>
                  <a:pt x="279378" y="86127"/>
                  <a:pt x="255841" y="86127"/>
                </a:cubicBezTo>
                <a:cubicBezTo>
                  <a:pt x="251280" y="86127"/>
                  <a:pt x="246676" y="86889"/>
                  <a:pt x="242178" y="88413"/>
                </a:cubicBezTo>
                <a:lnTo>
                  <a:pt x="224789" y="94265"/>
                </a:lnTo>
                <a:lnTo>
                  <a:pt x="216524" y="77882"/>
                </a:lnTo>
                <a:cubicBezTo>
                  <a:pt x="205464" y="55954"/>
                  <a:pt x="183356" y="42333"/>
                  <a:pt x="158834" y="42333"/>
                </a:cubicBezTo>
                <a:cubicBezTo>
                  <a:pt x="124343" y="42333"/>
                  <a:pt x="96001" y="69278"/>
                  <a:pt x="94318" y="103684"/>
                </a:cubicBezTo>
                <a:lnTo>
                  <a:pt x="93154" y="127063"/>
                </a:lnTo>
                <a:lnTo>
                  <a:pt x="70008" y="123570"/>
                </a:lnTo>
                <a:cubicBezTo>
                  <a:pt x="68855" y="123401"/>
                  <a:pt x="67669" y="123264"/>
                  <a:pt x="66463" y="12326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650" tIns="34325" rIns="68650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/>
          </a:p>
        </p:txBody>
      </p:sp>
      <p:sp>
        <p:nvSpPr>
          <p:cNvPr id="380" name="Google Shape;380;p25"/>
          <p:cNvSpPr/>
          <p:nvPr/>
        </p:nvSpPr>
        <p:spPr>
          <a:xfrm>
            <a:off x="7943062" y="4603354"/>
            <a:ext cx="259059" cy="162531"/>
          </a:xfrm>
          <a:custGeom>
            <a:avLst/>
            <a:gdLst/>
            <a:ahLst/>
            <a:cxnLst/>
            <a:rect l="l" t="t" r="r" b="b"/>
            <a:pathLst>
              <a:path w="340867" h="213857" extrusionOk="0">
                <a:moveTo>
                  <a:pt x="255841" y="213857"/>
                </a:moveTo>
                <a:lnTo>
                  <a:pt x="66463" y="213857"/>
                </a:lnTo>
                <a:cubicBezTo>
                  <a:pt x="29813" y="213857"/>
                  <a:pt x="0" y="184033"/>
                  <a:pt x="0" y="147383"/>
                </a:cubicBezTo>
                <a:cubicBezTo>
                  <a:pt x="0" y="114712"/>
                  <a:pt x="23706" y="87471"/>
                  <a:pt x="54821" y="81957"/>
                </a:cubicBezTo>
                <a:cubicBezTo>
                  <a:pt x="66082" y="34692"/>
                  <a:pt x="108500" y="0"/>
                  <a:pt x="158834" y="0"/>
                </a:cubicBezTo>
                <a:cubicBezTo>
                  <a:pt x="193749" y="0"/>
                  <a:pt x="225710" y="16679"/>
                  <a:pt x="245607" y="44428"/>
                </a:cubicBezTo>
                <a:cubicBezTo>
                  <a:pt x="249004" y="44005"/>
                  <a:pt x="252412" y="43793"/>
                  <a:pt x="255841" y="43793"/>
                </a:cubicBezTo>
                <a:cubicBezTo>
                  <a:pt x="302715" y="43793"/>
                  <a:pt x="340867" y="81946"/>
                  <a:pt x="340867" y="128820"/>
                </a:cubicBezTo>
                <a:cubicBezTo>
                  <a:pt x="340867" y="175704"/>
                  <a:pt x="302715" y="213857"/>
                  <a:pt x="255841" y="213857"/>
                </a:cubicBezTo>
                <a:close/>
                <a:moveTo>
                  <a:pt x="66463" y="123264"/>
                </a:moveTo>
                <a:cubicBezTo>
                  <a:pt x="53149" y="123264"/>
                  <a:pt x="42333" y="134080"/>
                  <a:pt x="42333" y="147383"/>
                </a:cubicBezTo>
                <a:cubicBezTo>
                  <a:pt x="42333" y="160697"/>
                  <a:pt x="53149" y="171524"/>
                  <a:pt x="66463" y="171524"/>
                </a:cubicBezTo>
                <a:lnTo>
                  <a:pt x="255841" y="171524"/>
                </a:lnTo>
                <a:cubicBezTo>
                  <a:pt x="279378" y="171524"/>
                  <a:pt x="298534" y="152368"/>
                  <a:pt x="298534" y="128820"/>
                </a:cubicBezTo>
                <a:cubicBezTo>
                  <a:pt x="298534" y="105282"/>
                  <a:pt x="279378" y="86127"/>
                  <a:pt x="255841" y="86127"/>
                </a:cubicBezTo>
                <a:cubicBezTo>
                  <a:pt x="251280" y="86127"/>
                  <a:pt x="246676" y="86889"/>
                  <a:pt x="242178" y="88413"/>
                </a:cubicBezTo>
                <a:lnTo>
                  <a:pt x="224789" y="94265"/>
                </a:lnTo>
                <a:lnTo>
                  <a:pt x="216524" y="77882"/>
                </a:lnTo>
                <a:cubicBezTo>
                  <a:pt x="205464" y="55954"/>
                  <a:pt x="183356" y="42333"/>
                  <a:pt x="158834" y="42333"/>
                </a:cubicBezTo>
                <a:cubicBezTo>
                  <a:pt x="124343" y="42333"/>
                  <a:pt x="96001" y="69278"/>
                  <a:pt x="94318" y="103684"/>
                </a:cubicBezTo>
                <a:lnTo>
                  <a:pt x="93154" y="127063"/>
                </a:lnTo>
                <a:lnTo>
                  <a:pt x="70008" y="123570"/>
                </a:lnTo>
                <a:cubicBezTo>
                  <a:pt x="68855" y="123401"/>
                  <a:pt x="67669" y="123264"/>
                  <a:pt x="66463" y="12326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650" tIns="34325" rIns="68650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/>
          </a:p>
        </p:txBody>
      </p:sp>
      <p:sp>
        <p:nvSpPr>
          <p:cNvPr id="381" name="Google Shape;381;p25"/>
          <p:cNvSpPr/>
          <p:nvPr/>
        </p:nvSpPr>
        <p:spPr>
          <a:xfrm>
            <a:off x="6138183" y="4663221"/>
            <a:ext cx="204461" cy="204453"/>
          </a:xfrm>
          <a:custGeom>
            <a:avLst/>
            <a:gdLst/>
            <a:ahLst/>
            <a:cxnLst/>
            <a:rect l="l" t="t" r="r" b="b"/>
            <a:pathLst>
              <a:path w="269028" h="269017" extrusionOk="0">
                <a:moveTo>
                  <a:pt x="41190" y="93323"/>
                </a:moveTo>
                <a:lnTo>
                  <a:pt x="93323" y="93323"/>
                </a:lnTo>
                <a:lnTo>
                  <a:pt x="93323" y="41190"/>
                </a:lnTo>
                <a:cubicBezTo>
                  <a:pt x="93323" y="18436"/>
                  <a:pt x="111770" y="0"/>
                  <a:pt x="134514" y="0"/>
                </a:cubicBezTo>
                <a:cubicBezTo>
                  <a:pt x="157257" y="0"/>
                  <a:pt x="175704" y="18436"/>
                  <a:pt x="175704" y="41190"/>
                </a:cubicBezTo>
                <a:lnTo>
                  <a:pt x="175704" y="93323"/>
                </a:lnTo>
                <a:lnTo>
                  <a:pt x="227837" y="93323"/>
                </a:lnTo>
                <a:cubicBezTo>
                  <a:pt x="250581" y="93323"/>
                  <a:pt x="269028" y="111759"/>
                  <a:pt x="269028" y="134514"/>
                </a:cubicBezTo>
                <a:cubicBezTo>
                  <a:pt x="269028" y="157268"/>
                  <a:pt x="250581" y="175704"/>
                  <a:pt x="227837" y="175704"/>
                </a:cubicBezTo>
                <a:lnTo>
                  <a:pt x="175704" y="175704"/>
                </a:lnTo>
                <a:lnTo>
                  <a:pt x="175704" y="227827"/>
                </a:lnTo>
                <a:cubicBezTo>
                  <a:pt x="175704" y="250581"/>
                  <a:pt x="157257" y="269017"/>
                  <a:pt x="134514" y="269017"/>
                </a:cubicBezTo>
                <a:cubicBezTo>
                  <a:pt x="111770" y="269017"/>
                  <a:pt x="93323" y="250581"/>
                  <a:pt x="93323" y="227827"/>
                </a:cubicBezTo>
                <a:lnTo>
                  <a:pt x="93323" y="175704"/>
                </a:lnTo>
                <a:lnTo>
                  <a:pt x="41190" y="175704"/>
                </a:lnTo>
                <a:cubicBezTo>
                  <a:pt x="18446" y="175704"/>
                  <a:pt x="0" y="157268"/>
                  <a:pt x="0" y="134514"/>
                </a:cubicBezTo>
                <a:cubicBezTo>
                  <a:pt x="0" y="111759"/>
                  <a:pt x="18446" y="93323"/>
                  <a:pt x="41190" y="9332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650" tIns="34325" rIns="68650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/>
          </a:p>
        </p:txBody>
      </p:sp>
      <p:sp>
        <p:nvSpPr>
          <p:cNvPr id="382" name="Google Shape;382;p25"/>
          <p:cNvSpPr/>
          <p:nvPr/>
        </p:nvSpPr>
        <p:spPr>
          <a:xfrm>
            <a:off x="4312974" y="4603367"/>
            <a:ext cx="259059" cy="162531"/>
          </a:xfrm>
          <a:custGeom>
            <a:avLst/>
            <a:gdLst/>
            <a:ahLst/>
            <a:cxnLst/>
            <a:rect l="l" t="t" r="r" b="b"/>
            <a:pathLst>
              <a:path w="340867" h="213857" extrusionOk="0">
                <a:moveTo>
                  <a:pt x="255841" y="213857"/>
                </a:moveTo>
                <a:lnTo>
                  <a:pt x="66463" y="213857"/>
                </a:lnTo>
                <a:cubicBezTo>
                  <a:pt x="29813" y="213857"/>
                  <a:pt x="0" y="184033"/>
                  <a:pt x="0" y="147383"/>
                </a:cubicBezTo>
                <a:cubicBezTo>
                  <a:pt x="0" y="114712"/>
                  <a:pt x="23706" y="87471"/>
                  <a:pt x="54821" y="81957"/>
                </a:cubicBezTo>
                <a:cubicBezTo>
                  <a:pt x="66082" y="34692"/>
                  <a:pt x="108500" y="0"/>
                  <a:pt x="158834" y="0"/>
                </a:cubicBezTo>
                <a:cubicBezTo>
                  <a:pt x="193749" y="0"/>
                  <a:pt x="225710" y="16679"/>
                  <a:pt x="245607" y="44428"/>
                </a:cubicBezTo>
                <a:cubicBezTo>
                  <a:pt x="249004" y="44005"/>
                  <a:pt x="252412" y="43793"/>
                  <a:pt x="255841" y="43793"/>
                </a:cubicBezTo>
                <a:cubicBezTo>
                  <a:pt x="302715" y="43793"/>
                  <a:pt x="340867" y="81946"/>
                  <a:pt x="340867" y="128820"/>
                </a:cubicBezTo>
                <a:cubicBezTo>
                  <a:pt x="340867" y="175704"/>
                  <a:pt x="302715" y="213857"/>
                  <a:pt x="255841" y="213857"/>
                </a:cubicBezTo>
                <a:close/>
                <a:moveTo>
                  <a:pt x="66463" y="123264"/>
                </a:moveTo>
                <a:cubicBezTo>
                  <a:pt x="53149" y="123264"/>
                  <a:pt x="42333" y="134080"/>
                  <a:pt x="42333" y="147383"/>
                </a:cubicBezTo>
                <a:cubicBezTo>
                  <a:pt x="42333" y="160697"/>
                  <a:pt x="53149" y="171524"/>
                  <a:pt x="66463" y="171524"/>
                </a:cubicBezTo>
                <a:lnTo>
                  <a:pt x="255841" y="171524"/>
                </a:lnTo>
                <a:cubicBezTo>
                  <a:pt x="279378" y="171524"/>
                  <a:pt x="298534" y="152368"/>
                  <a:pt x="298534" y="128820"/>
                </a:cubicBezTo>
                <a:cubicBezTo>
                  <a:pt x="298534" y="105282"/>
                  <a:pt x="279378" y="86127"/>
                  <a:pt x="255841" y="86127"/>
                </a:cubicBezTo>
                <a:cubicBezTo>
                  <a:pt x="251280" y="86127"/>
                  <a:pt x="246676" y="86889"/>
                  <a:pt x="242178" y="88413"/>
                </a:cubicBezTo>
                <a:lnTo>
                  <a:pt x="224789" y="94265"/>
                </a:lnTo>
                <a:lnTo>
                  <a:pt x="216524" y="77882"/>
                </a:lnTo>
                <a:cubicBezTo>
                  <a:pt x="205464" y="55954"/>
                  <a:pt x="183356" y="42333"/>
                  <a:pt x="158834" y="42333"/>
                </a:cubicBezTo>
                <a:cubicBezTo>
                  <a:pt x="124343" y="42333"/>
                  <a:pt x="96001" y="69278"/>
                  <a:pt x="94318" y="103684"/>
                </a:cubicBezTo>
                <a:lnTo>
                  <a:pt x="93154" y="127063"/>
                </a:lnTo>
                <a:lnTo>
                  <a:pt x="70008" y="123570"/>
                </a:lnTo>
                <a:cubicBezTo>
                  <a:pt x="68855" y="123401"/>
                  <a:pt x="67669" y="123264"/>
                  <a:pt x="66463" y="12326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650" tIns="34325" rIns="68650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/>
          </a:p>
        </p:txBody>
      </p:sp>
      <p:sp>
        <p:nvSpPr>
          <p:cNvPr id="383" name="Google Shape;383;p25"/>
          <p:cNvSpPr/>
          <p:nvPr/>
        </p:nvSpPr>
        <p:spPr>
          <a:xfrm>
            <a:off x="350228" y="1558014"/>
            <a:ext cx="259059" cy="162531"/>
          </a:xfrm>
          <a:custGeom>
            <a:avLst/>
            <a:gdLst/>
            <a:ahLst/>
            <a:cxnLst/>
            <a:rect l="l" t="t" r="r" b="b"/>
            <a:pathLst>
              <a:path w="340867" h="213857" extrusionOk="0">
                <a:moveTo>
                  <a:pt x="255841" y="213857"/>
                </a:moveTo>
                <a:lnTo>
                  <a:pt x="66463" y="213857"/>
                </a:lnTo>
                <a:cubicBezTo>
                  <a:pt x="29813" y="213857"/>
                  <a:pt x="0" y="184033"/>
                  <a:pt x="0" y="147383"/>
                </a:cubicBezTo>
                <a:cubicBezTo>
                  <a:pt x="0" y="114712"/>
                  <a:pt x="23706" y="87471"/>
                  <a:pt x="54821" y="81957"/>
                </a:cubicBezTo>
                <a:cubicBezTo>
                  <a:pt x="66082" y="34692"/>
                  <a:pt x="108500" y="0"/>
                  <a:pt x="158834" y="0"/>
                </a:cubicBezTo>
                <a:cubicBezTo>
                  <a:pt x="193749" y="0"/>
                  <a:pt x="225710" y="16679"/>
                  <a:pt x="245607" y="44428"/>
                </a:cubicBezTo>
                <a:cubicBezTo>
                  <a:pt x="249004" y="44005"/>
                  <a:pt x="252412" y="43793"/>
                  <a:pt x="255841" y="43793"/>
                </a:cubicBezTo>
                <a:cubicBezTo>
                  <a:pt x="302715" y="43793"/>
                  <a:pt x="340867" y="81946"/>
                  <a:pt x="340867" y="128820"/>
                </a:cubicBezTo>
                <a:cubicBezTo>
                  <a:pt x="340867" y="175704"/>
                  <a:pt x="302715" y="213857"/>
                  <a:pt x="255841" y="213857"/>
                </a:cubicBezTo>
                <a:close/>
                <a:moveTo>
                  <a:pt x="66463" y="123264"/>
                </a:moveTo>
                <a:cubicBezTo>
                  <a:pt x="53149" y="123264"/>
                  <a:pt x="42333" y="134080"/>
                  <a:pt x="42333" y="147383"/>
                </a:cubicBezTo>
                <a:cubicBezTo>
                  <a:pt x="42333" y="160697"/>
                  <a:pt x="53149" y="171524"/>
                  <a:pt x="66463" y="171524"/>
                </a:cubicBezTo>
                <a:lnTo>
                  <a:pt x="255841" y="171524"/>
                </a:lnTo>
                <a:cubicBezTo>
                  <a:pt x="279378" y="171524"/>
                  <a:pt x="298534" y="152368"/>
                  <a:pt x="298534" y="128820"/>
                </a:cubicBezTo>
                <a:cubicBezTo>
                  <a:pt x="298534" y="105282"/>
                  <a:pt x="279378" y="86127"/>
                  <a:pt x="255841" y="86127"/>
                </a:cubicBezTo>
                <a:cubicBezTo>
                  <a:pt x="251280" y="86127"/>
                  <a:pt x="246676" y="86889"/>
                  <a:pt x="242178" y="88413"/>
                </a:cubicBezTo>
                <a:lnTo>
                  <a:pt x="224789" y="94265"/>
                </a:lnTo>
                <a:lnTo>
                  <a:pt x="216524" y="77882"/>
                </a:lnTo>
                <a:cubicBezTo>
                  <a:pt x="205464" y="55954"/>
                  <a:pt x="183356" y="42333"/>
                  <a:pt x="158834" y="42333"/>
                </a:cubicBezTo>
                <a:cubicBezTo>
                  <a:pt x="124343" y="42333"/>
                  <a:pt x="96001" y="69278"/>
                  <a:pt x="94318" y="103684"/>
                </a:cubicBezTo>
                <a:lnTo>
                  <a:pt x="93154" y="127063"/>
                </a:lnTo>
                <a:lnTo>
                  <a:pt x="70008" y="123570"/>
                </a:lnTo>
                <a:cubicBezTo>
                  <a:pt x="68855" y="123401"/>
                  <a:pt x="67669" y="123264"/>
                  <a:pt x="66463" y="12326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650" tIns="34325" rIns="68650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/>
          </a:p>
        </p:txBody>
      </p:sp>
      <p:sp>
        <p:nvSpPr>
          <p:cNvPr id="384" name="Google Shape;384;p25"/>
          <p:cNvSpPr/>
          <p:nvPr/>
        </p:nvSpPr>
        <p:spPr>
          <a:xfrm>
            <a:off x="8644571" y="2081396"/>
            <a:ext cx="204461" cy="204453"/>
          </a:xfrm>
          <a:custGeom>
            <a:avLst/>
            <a:gdLst/>
            <a:ahLst/>
            <a:cxnLst/>
            <a:rect l="l" t="t" r="r" b="b"/>
            <a:pathLst>
              <a:path w="269028" h="269017" extrusionOk="0">
                <a:moveTo>
                  <a:pt x="41190" y="93323"/>
                </a:moveTo>
                <a:lnTo>
                  <a:pt x="93323" y="93323"/>
                </a:lnTo>
                <a:lnTo>
                  <a:pt x="93323" y="41190"/>
                </a:lnTo>
                <a:cubicBezTo>
                  <a:pt x="93323" y="18436"/>
                  <a:pt x="111770" y="0"/>
                  <a:pt x="134514" y="0"/>
                </a:cubicBezTo>
                <a:cubicBezTo>
                  <a:pt x="157257" y="0"/>
                  <a:pt x="175704" y="18436"/>
                  <a:pt x="175704" y="41190"/>
                </a:cubicBezTo>
                <a:lnTo>
                  <a:pt x="175704" y="93323"/>
                </a:lnTo>
                <a:lnTo>
                  <a:pt x="227837" y="93323"/>
                </a:lnTo>
                <a:cubicBezTo>
                  <a:pt x="250581" y="93323"/>
                  <a:pt x="269028" y="111759"/>
                  <a:pt x="269028" y="134514"/>
                </a:cubicBezTo>
                <a:cubicBezTo>
                  <a:pt x="269028" y="157268"/>
                  <a:pt x="250581" y="175704"/>
                  <a:pt x="227837" y="175704"/>
                </a:cubicBezTo>
                <a:lnTo>
                  <a:pt x="175704" y="175704"/>
                </a:lnTo>
                <a:lnTo>
                  <a:pt x="175704" y="227827"/>
                </a:lnTo>
                <a:cubicBezTo>
                  <a:pt x="175704" y="250581"/>
                  <a:pt x="157257" y="269017"/>
                  <a:pt x="134514" y="269017"/>
                </a:cubicBezTo>
                <a:cubicBezTo>
                  <a:pt x="111770" y="269017"/>
                  <a:pt x="93323" y="250581"/>
                  <a:pt x="93323" y="227827"/>
                </a:cubicBezTo>
                <a:lnTo>
                  <a:pt x="93323" y="175704"/>
                </a:lnTo>
                <a:lnTo>
                  <a:pt x="41190" y="175704"/>
                </a:lnTo>
                <a:cubicBezTo>
                  <a:pt x="18446" y="175704"/>
                  <a:pt x="0" y="157268"/>
                  <a:pt x="0" y="134514"/>
                </a:cubicBezTo>
                <a:cubicBezTo>
                  <a:pt x="0" y="111759"/>
                  <a:pt x="18446" y="93323"/>
                  <a:pt x="41190" y="9332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68650" tIns="34325" rIns="68650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/>
          </a:p>
        </p:txBody>
      </p:sp>
      <p:sp>
        <p:nvSpPr>
          <p:cNvPr id="385" name="Google Shape;385;p25"/>
          <p:cNvSpPr/>
          <p:nvPr/>
        </p:nvSpPr>
        <p:spPr>
          <a:xfrm>
            <a:off x="311696" y="3084771"/>
            <a:ext cx="204461" cy="204453"/>
          </a:xfrm>
          <a:custGeom>
            <a:avLst/>
            <a:gdLst/>
            <a:ahLst/>
            <a:cxnLst/>
            <a:rect l="l" t="t" r="r" b="b"/>
            <a:pathLst>
              <a:path w="269028" h="269017" extrusionOk="0">
                <a:moveTo>
                  <a:pt x="41190" y="93323"/>
                </a:moveTo>
                <a:lnTo>
                  <a:pt x="93323" y="93323"/>
                </a:lnTo>
                <a:lnTo>
                  <a:pt x="93323" y="41190"/>
                </a:lnTo>
                <a:cubicBezTo>
                  <a:pt x="93323" y="18436"/>
                  <a:pt x="111770" y="0"/>
                  <a:pt x="134514" y="0"/>
                </a:cubicBezTo>
                <a:cubicBezTo>
                  <a:pt x="157257" y="0"/>
                  <a:pt x="175704" y="18436"/>
                  <a:pt x="175704" y="41190"/>
                </a:cubicBezTo>
                <a:lnTo>
                  <a:pt x="175704" y="93323"/>
                </a:lnTo>
                <a:lnTo>
                  <a:pt x="227837" y="93323"/>
                </a:lnTo>
                <a:cubicBezTo>
                  <a:pt x="250581" y="93323"/>
                  <a:pt x="269028" y="111759"/>
                  <a:pt x="269028" y="134514"/>
                </a:cubicBezTo>
                <a:cubicBezTo>
                  <a:pt x="269028" y="157268"/>
                  <a:pt x="250581" y="175704"/>
                  <a:pt x="227837" y="175704"/>
                </a:cubicBezTo>
                <a:lnTo>
                  <a:pt x="175704" y="175704"/>
                </a:lnTo>
                <a:lnTo>
                  <a:pt x="175704" y="227827"/>
                </a:lnTo>
                <a:cubicBezTo>
                  <a:pt x="175704" y="250581"/>
                  <a:pt x="157257" y="269017"/>
                  <a:pt x="134514" y="269017"/>
                </a:cubicBezTo>
                <a:cubicBezTo>
                  <a:pt x="111770" y="269017"/>
                  <a:pt x="93323" y="250581"/>
                  <a:pt x="93323" y="227827"/>
                </a:cubicBezTo>
                <a:lnTo>
                  <a:pt x="93323" y="175704"/>
                </a:lnTo>
                <a:lnTo>
                  <a:pt x="41190" y="175704"/>
                </a:lnTo>
                <a:cubicBezTo>
                  <a:pt x="18446" y="175704"/>
                  <a:pt x="0" y="157268"/>
                  <a:pt x="0" y="134514"/>
                </a:cubicBezTo>
                <a:cubicBezTo>
                  <a:pt x="0" y="111759"/>
                  <a:pt x="18446" y="93323"/>
                  <a:pt x="41190" y="9332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650" tIns="34325" rIns="68650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/>
          </a:p>
        </p:txBody>
      </p:sp>
      <p:sp>
        <p:nvSpPr>
          <p:cNvPr id="386" name="Google Shape;386;p25"/>
          <p:cNvSpPr/>
          <p:nvPr/>
        </p:nvSpPr>
        <p:spPr>
          <a:xfrm>
            <a:off x="2308996" y="4663221"/>
            <a:ext cx="204461" cy="204453"/>
          </a:xfrm>
          <a:custGeom>
            <a:avLst/>
            <a:gdLst/>
            <a:ahLst/>
            <a:cxnLst/>
            <a:rect l="l" t="t" r="r" b="b"/>
            <a:pathLst>
              <a:path w="269028" h="269017" extrusionOk="0">
                <a:moveTo>
                  <a:pt x="41190" y="93323"/>
                </a:moveTo>
                <a:lnTo>
                  <a:pt x="93323" y="93323"/>
                </a:lnTo>
                <a:lnTo>
                  <a:pt x="93323" y="41190"/>
                </a:lnTo>
                <a:cubicBezTo>
                  <a:pt x="93323" y="18436"/>
                  <a:pt x="111770" y="0"/>
                  <a:pt x="134514" y="0"/>
                </a:cubicBezTo>
                <a:cubicBezTo>
                  <a:pt x="157257" y="0"/>
                  <a:pt x="175704" y="18436"/>
                  <a:pt x="175704" y="41190"/>
                </a:cubicBezTo>
                <a:lnTo>
                  <a:pt x="175704" y="93323"/>
                </a:lnTo>
                <a:lnTo>
                  <a:pt x="227837" y="93323"/>
                </a:lnTo>
                <a:cubicBezTo>
                  <a:pt x="250581" y="93323"/>
                  <a:pt x="269028" y="111759"/>
                  <a:pt x="269028" y="134514"/>
                </a:cubicBezTo>
                <a:cubicBezTo>
                  <a:pt x="269028" y="157268"/>
                  <a:pt x="250581" y="175704"/>
                  <a:pt x="227837" y="175704"/>
                </a:cubicBezTo>
                <a:lnTo>
                  <a:pt x="175704" y="175704"/>
                </a:lnTo>
                <a:lnTo>
                  <a:pt x="175704" y="227827"/>
                </a:lnTo>
                <a:cubicBezTo>
                  <a:pt x="175704" y="250581"/>
                  <a:pt x="157257" y="269017"/>
                  <a:pt x="134514" y="269017"/>
                </a:cubicBezTo>
                <a:cubicBezTo>
                  <a:pt x="111770" y="269017"/>
                  <a:pt x="93323" y="250581"/>
                  <a:pt x="93323" y="227827"/>
                </a:cubicBezTo>
                <a:lnTo>
                  <a:pt x="93323" y="175704"/>
                </a:lnTo>
                <a:lnTo>
                  <a:pt x="41190" y="175704"/>
                </a:lnTo>
                <a:cubicBezTo>
                  <a:pt x="18446" y="175704"/>
                  <a:pt x="0" y="157268"/>
                  <a:pt x="0" y="134514"/>
                </a:cubicBezTo>
                <a:cubicBezTo>
                  <a:pt x="0" y="111759"/>
                  <a:pt x="18446" y="93323"/>
                  <a:pt x="41190" y="9332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650" tIns="34325" rIns="68650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/>
          </a:p>
        </p:txBody>
      </p:sp>
      <p:sp>
        <p:nvSpPr>
          <p:cNvPr id="387" name="Google Shape;387;p25"/>
          <p:cNvSpPr/>
          <p:nvPr/>
        </p:nvSpPr>
        <p:spPr>
          <a:xfrm>
            <a:off x="516153" y="4518164"/>
            <a:ext cx="259059" cy="162531"/>
          </a:xfrm>
          <a:custGeom>
            <a:avLst/>
            <a:gdLst/>
            <a:ahLst/>
            <a:cxnLst/>
            <a:rect l="l" t="t" r="r" b="b"/>
            <a:pathLst>
              <a:path w="340867" h="213857" extrusionOk="0">
                <a:moveTo>
                  <a:pt x="255841" y="213857"/>
                </a:moveTo>
                <a:lnTo>
                  <a:pt x="66463" y="213857"/>
                </a:lnTo>
                <a:cubicBezTo>
                  <a:pt x="29813" y="213857"/>
                  <a:pt x="0" y="184033"/>
                  <a:pt x="0" y="147383"/>
                </a:cubicBezTo>
                <a:cubicBezTo>
                  <a:pt x="0" y="114712"/>
                  <a:pt x="23706" y="87471"/>
                  <a:pt x="54821" y="81957"/>
                </a:cubicBezTo>
                <a:cubicBezTo>
                  <a:pt x="66082" y="34692"/>
                  <a:pt x="108500" y="0"/>
                  <a:pt x="158834" y="0"/>
                </a:cubicBezTo>
                <a:cubicBezTo>
                  <a:pt x="193749" y="0"/>
                  <a:pt x="225710" y="16679"/>
                  <a:pt x="245607" y="44428"/>
                </a:cubicBezTo>
                <a:cubicBezTo>
                  <a:pt x="249004" y="44005"/>
                  <a:pt x="252412" y="43793"/>
                  <a:pt x="255841" y="43793"/>
                </a:cubicBezTo>
                <a:cubicBezTo>
                  <a:pt x="302715" y="43793"/>
                  <a:pt x="340867" y="81946"/>
                  <a:pt x="340867" y="128820"/>
                </a:cubicBezTo>
                <a:cubicBezTo>
                  <a:pt x="340867" y="175704"/>
                  <a:pt x="302715" y="213857"/>
                  <a:pt x="255841" y="213857"/>
                </a:cubicBezTo>
                <a:close/>
                <a:moveTo>
                  <a:pt x="66463" y="123264"/>
                </a:moveTo>
                <a:cubicBezTo>
                  <a:pt x="53149" y="123264"/>
                  <a:pt x="42333" y="134080"/>
                  <a:pt x="42333" y="147383"/>
                </a:cubicBezTo>
                <a:cubicBezTo>
                  <a:pt x="42333" y="160697"/>
                  <a:pt x="53149" y="171524"/>
                  <a:pt x="66463" y="171524"/>
                </a:cubicBezTo>
                <a:lnTo>
                  <a:pt x="255841" y="171524"/>
                </a:lnTo>
                <a:cubicBezTo>
                  <a:pt x="279378" y="171524"/>
                  <a:pt x="298534" y="152368"/>
                  <a:pt x="298534" y="128820"/>
                </a:cubicBezTo>
                <a:cubicBezTo>
                  <a:pt x="298534" y="105282"/>
                  <a:pt x="279378" y="86127"/>
                  <a:pt x="255841" y="86127"/>
                </a:cubicBezTo>
                <a:cubicBezTo>
                  <a:pt x="251280" y="86127"/>
                  <a:pt x="246676" y="86889"/>
                  <a:pt x="242178" y="88413"/>
                </a:cubicBezTo>
                <a:lnTo>
                  <a:pt x="224789" y="94265"/>
                </a:lnTo>
                <a:lnTo>
                  <a:pt x="216524" y="77882"/>
                </a:lnTo>
                <a:cubicBezTo>
                  <a:pt x="205464" y="55954"/>
                  <a:pt x="183356" y="42333"/>
                  <a:pt x="158834" y="42333"/>
                </a:cubicBezTo>
                <a:cubicBezTo>
                  <a:pt x="124343" y="42333"/>
                  <a:pt x="96001" y="69278"/>
                  <a:pt x="94318" y="103684"/>
                </a:cubicBezTo>
                <a:lnTo>
                  <a:pt x="93154" y="127063"/>
                </a:lnTo>
                <a:lnTo>
                  <a:pt x="70008" y="123570"/>
                </a:lnTo>
                <a:cubicBezTo>
                  <a:pt x="68855" y="123401"/>
                  <a:pt x="67669" y="123264"/>
                  <a:pt x="66463" y="12326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68650" tIns="34325" rIns="68650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"/>
              <a:buNone/>
              <a:defRPr sz="28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"/>
              <a:buNone/>
              <a:defRPr sz="28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"/>
              <a:buNone/>
              <a:defRPr sz="28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"/>
              <a:buNone/>
              <a:defRPr sz="28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"/>
              <a:buNone/>
              <a:defRPr sz="28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"/>
              <a:buNone/>
              <a:defRPr sz="28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"/>
              <a:buNone/>
              <a:defRPr sz="28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"/>
              <a:buNone/>
              <a:defRPr sz="28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"/>
              <a:buNone/>
              <a:defRPr sz="28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unito"/>
              <a:buChar char="●"/>
              <a:defRPr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unito"/>
              <a:buChar char="○"/>
              <a:defRPr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unito"/>
              <a:buChar char="■"/>
              <a:defRPr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unito"/>
              <a:buChar char="●"/>
              <a:defRPr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unito"/>
              <a:buChar char="○"/>
              <a:defRPr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unito"/>
              <a:buChar char="■"/>
              <a:defRPr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unito"/>
              <a:buChar char="●"/>
              <a:defRPr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unito"/>
              <a:buChar char="○"/>
              <a:defRPr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Nunito"/>
              <a:buChar char="■"/>
              <a:defRPr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9" r:id="rId3"/>
    <p:sldLayoutId id="2147483670" r:id="rId4"/>
    <p:sldLayoutId id="2147483671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3"/>
          <p:cNvSpPr txBox="1">
            <a:spLocks noGrp="1"/>
          </p:cNvSpPr>
          <p:nvPr>
            <p:ph type="ctrTitle"/>
          </p:nvPr>
        </p:nvSpPr>
        <p:spPr>
          <a:xfrm>
            <a:off x="805754" y="1213413"/>
            <a:ext cx="5762752" cy="27166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Spatial Approximation Tree</a:t>
            </a:r>
            <a:endParaRPr dirty="0"/>
          </a:p>
        </p:txBody>
      </p:sp>
      <p:sp>
        <p:nvSpPr>
          <p:cNvPr id="505" name="Google Shape;505;p33"/>
          <p:cNvSpPr/>
          <p:nvPr/>
        </p:nvSpPr>
        <p:spPr>
          <a:xfrm>
            <a:off x="6340216" y="1659023"/>
            <a:ext cx="1746358" cy="1677702"/>
          </a:xfrm>
          <a:custGeom>
            <a:avLst/>
            <a:gdLst/>
            <a:ahLst/>
            <a:cxnLst/>
            <a:rect l="l" t="t" r="r" b="b"/>
            <a:pathLst>
              <a:path w="3818127" h="3818127" extrusionOk="0">
                <a:moveTo>
                  <a:pt x="3818127" y="1909063"/>
                </a:moveTo>
                <a:cubicBezTo>
                  <a:pt x="3818127" y="2963407"/>
                  <a:pt x="2963407" y="3818127"/>
                  <a:pt x="1909063" y="3818127"/>
                </a:cubicBezTo>
                <a:cubicBezTo>
                  <a:pt x="854720" y="3818127"/>
                  <a:pt x="0" y="2963407"/>
                  <a:pt x="0" y="1909063"/>
                </a:cubicBezTo>
                <a:cubicBezTo>
                  <a:pt x="0" y="854709"/>
                  <a:pt x="854720" y="0"/>
                  <a:pt x="1909063" y="0"/>
                </a:cubicBezTo>
                <a:cubicBezTo>
                  <a:pt x="2963407" y="0"/>
                  <a:pt x="3818127" y="854709"/>
                  <a:pt x="3818127" y="190906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650" tIns="34325" rIns="68650" bIns="34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/>
          </a:p>
        </p:txBody>
      </p:sp>
      <p:grpSp>
        <p:nvGrpSpPr>
          <p:cNvPr id="506" name="Google Shape;506;p33"/>
          <p:cNvGrpSpPr/>
          <p:nvPr/>
        </p:nvGrpSpPr>
        <p:grpSpPr>
          <a:xfrm>
            <a:off x="6530327" y="1867637"/>
            <a:ext cx="1411429" cy="1368463"/>
            <a:chOff x="4414921" y="761205"/>
            <a:chExt cx="2433498" cy="2359419"/>
          </a:xfrm>
        </p:grpSpPr>
        <p:sp>
          <p:nvSpPr>
            <p:cNvPr id="507" name="Google Shape;507;p33"/>
            <p:cNvSpPr/>
            <p:nvPr/>
          </p:nvSpPr>
          <p:spPr>
            <a:xfrm>
              <a:off x="4519938" y="866228"/>
              <a:ext cx="2328481" cy="2254396"/>
            </a:xfrm>
            <a:custGeom>
              <a:avLst/>
              <a:gdLst/>
              <a:ahLst/>
              <a:cxnLst/>
              <a:rect l="l" t="t" r="r" b="b"/>
              <a:pathLst>
                <a:path w="2328481" h="2254396" extrusionOk="0">
                  <a:moveTo>
                    <a:pt x="1198403" y="812"/>
                  </a:moveTo>
                  <a:cubicBezTo>
                    <a:pt x="1192218" y="266"/>
                    <a:pt x="1185849" y="0"/>
                    <a:pt x="1179245" y="101"/>
                  </a:cubicBezTo>
                  <a:cubicBezTo>
                    <a:pt x="1172838" y="0"/>
                    <a:pt x="1166634" y="228"/>
                    <a:pt x="1160633" y="742"/>
                  </a:cubicBezTo>
                  <a:cubicBezTo>
                    <a:pt x="709377" y="15195"/>
                    <a:pt x="312915" y="296760"/>
                    <a:pt x="156121" y="722426"/>
                  </a:cubicBezTo>
                  <a:cubicBezTo>
                    <a:pt x="0" y="1146244"/>
                    <a:pt x="142341" y="1645526"/>
                    <a:pt x="493306" y="1927555"/>
                  </a:cubicBezTo>
                  <a:cubicBezTo>
                    <a:pt x="846982" y="2211768"/>
                    <a:pt x="1352981" y="2254396"/>
                    <a:pt x="1743049" y="2015159"/>
                  </a:cubicBezTo>
                  <a:cubicBezTo>
                    <a:pt x="2132457" y="1776342"/>
                    <a:pt x="2328481" y="1318475"/>
                    <a:pt x="2243988" y="871747"/>
                  </a:cubicBezTo>
                  <a:cubicBezTo>
                    <a:pt x="2149468" y="372033"/>
                    <a:pt x="1697050" y="17329"/>
                    <a:pt x="1198403" y="812"/>
                  </a:cubicBezTo>
                  <a:close/>
                </a:path>
              </a:pathLst>
            </a:custGeom>
            <a:solidFill>
              <a:srgbClr val="D337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/>
            </a:p>
          </p:txBody>
        </p:sp>
        <p:sp>
          <p:nvSpPr>
            <p:cNvPr id="508" name="Google Shape;508;p33"/>
            <p:cNvSpPr/>
            <p:nvPr/>
          </p:nvSpPr>
          <p:spPr>
            <a:xfrm>
              <a:off x="4414921" y="761205"/>
              <a:ext cx="2328481" cy="2254402"/>
            </a:xfrm>
            <a:custGeom>
              <a:avLst/>
              <a:gdLst/>
              <a:ahLst/>
              <a:cxnLst/>
              <a:rect l="l" t="t" r="r" b="b"/>
              <a:pathLst>
                <a:path w="2328481" h="2254402" extrusionOk="0">
                  <a:moveTo>
                    <a:pt x="1198397" y="819"/>
                  </a:moveTo>
                  <a:cubicBezTo>
                    <a:pt x="1192218" y="266"/>
                    <a:pt x="1185849" y="0"/>
                    <a:pt x="1179239" y="101"/>
                  </a:cubicBezTo>
                  <a:cubicBezTo>
                    <a:pt x="1172838" y="6"/>
                    <a:pt x="1166634" y="234"/>
                    <a:pt x="1160633" y="749"/>
                  </a:cubicBezTo>
                  <a:cubicBezTo>
                    <a:pt x="709371" y="15195"/>
                    <a:pt x="312915" y="296767"/>
                    <a:pt x="156114" y="722433"/>
                  </a:cubicBezTo>
                  <a:cubicBezTo>
                    <a:pt x="0" y="1146251"/>
                    <a:pt x="142341" y="1645532"/>
                    <a:pt x="493299" y="1927561"/>
                  </a:cubicBezTo>
                  <a:cubicBezTo>
                    <a:pt x="846982" y="2211774"/>
                    <a:pt x="1352975" y="2254402"/>
                    <a:pt x="1743043" y="2015166"/>
                  </a:cubicBezTo>
                  <a:cubicBezTo>
                    <a:pt x="2132456" y="1776342"/>
                    <a:pt x="2328481" y="1318482"/>
                    <a:pt x="2243982" y="871747"/>
                  </a:cubicBezTo>
                  <a:cubicBezTo>
                    <a:pt x="2149468" y="372033"/>
                    <a:pt x="1697050" y="17329"/>
                    <a:pt x="1198397" y="8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/>
            </a:p>
          </p:txBody>
        </p:sp>
        <p:sp>
          <p:nvSpPr>
            <p:cNvPr id="509" name="Google Shape;509;p33"/>
            <p:cNvSpPr/>
            <p:nvPr/>
          </p:nvSpPr>
          <p:spPr>
            <a:xfrm>
              <a:off x="4694610" y="948277"/>
              <a:ext cx="1799120" cy="1799120"/>
            </a:xfrm>
            <a:custGeom>
              <a:avLst/>
              <a:gdLst/>
              <a:ahLst/>
              <a:cxnLst/>
              <a:rect l="l" t="t" r="r" b="b"/>
              <a:pathLst>
                <a:path w="1799120" h="1799120" extrusionOk="0">
                  <a:moveTo>
                    <a:pt x="1799120" y="899560"/>
                  </a:moveTo>
                  <a:cubicBezTo>
                    <a:pt x="1799120" y="1396371"/>
                    <a:pt x="1396371" y="1799120"/>
                    <a:pt x="899560" y="1799120"/>
                  </a:cubicBezTo>
                  <a:cubicBezTo>
                    <a:pt x="402748" y="1799120"/>
                    <a:pt x="0" y="1396371"/>
                    <a:pt x="0" y="899560"/>
                  </a:cubicBezTo>
                  <a:cubicBezTo>
                    <a:pt x="0" y="402748"/>
                    <a:pt x="402748" y="0"/>
                    <a:pt x="899560" y="0"/>
                  </a:cubicBezTo>
                  <a:cubicBezTo>
                    <a:pt x="1396371" y="0"/>
                    <a:pt x="1799120" y="402748"/>
                    <a:pt x="1799120" y="899560"/>
                  </a:cubicBezTo>
                  <a:close/>
                </a:path>
              </a:pathLst>
            </a:custGeom>
            <a:solidFill>
              <a:srgbClr val="B1DE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/>
            </a:p>
          </p:txBody>
        </p:sp>
        <p:sp>
          <p:nvSpPr>
            <p:cNvPr id="510" name="Google Shape;510;p33"/>
            <p:cNvSpPr/>
            <p:nvPr/>
          </p:nvSpPr>
          <p:spPr>
            <a:xfrm>
              <a:off x="5594170" y="1031854"/>
              <a:ext cx="470306" cy="198151"/>
            </a:xfrm>
            <a:custGeom>
              <a:avLst/>
              <a:gdLst/>
              <a:ahLst/>
              <a:cxnLst/>
              <a:rect l="l" t="t" r="r" b="b"/>
              <a:pathLst>
                <a:path w="470306" h="198151" extrusionOk="0">
                  <a:moveTo>
                    <a:pt x="452443" y="136899"/>
                  </a:moveTo>
                  <a:cubicBezTo>
                    <a:pt x="327209" y="53200"/>
                    <a:pt x="183102" y="6489"/>
                    <a:pt x="32143" y="679"/>
                  </a:cubicBezTo>
                  <a:cubicBezTo>
                    <a:pt x="14503" y="0"/>
                    <a:pt x="0" y="14554"/>
                    <a:pt x="0" y="32207"/>
                  </a:cubicBezTo>
                  <a:lnTo>
                    <a:pt x="0" y="32238"/>
                  </a:lnTo>
                  <a:cubicBezTo>
                    <a:pt x="0" y="49377"/>
                    <a:pt x="13715" y="63004"/>
                    <a:pt x="30841" y="63690"/>
                  </a:cubicBezTo>
                  <a:cubicBezTo>
                    <a:pt x="169310" y="69227"/>
                    <a:pt x="301498" y="112064"/>
                    <a:pt x="416483" y="188645"/>
                  </a:cubicBezTo>
                  <a:cubicBezTo>
                    <a:pt x="430752" y="198151"/>
                    <a:pt x="449853" y="195179"/>
                    <a:pt x="459924" y="181305"/>
                  </a:cubicBezTo>
                  <a:lnTo>
                    <a:pt x="459936" y="181292"/>
                  </a:lnTo>
                  <a:cubicBezTo>
                    <a:pt x="470306" y="167004"/>
                    <a:pt x="467118" y="146704"/>
                    <a:pt x="452443" y="136899"/>
                  </a:cubicBezTo>
                  <a:close/>
                </a:path>
              </a:pathLst>
            </a:custGeom>
            <a:solidFill>
              <a:srgbClr val="FBF9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/>
            </a:p>
          </p:txBody>
        </p:sp>
        <p:sp>
          <p:nvSpPr>
            <p:cNvPr id="511" name="Google Shape;511;p33"/>
            <p:cNvSpPr/>
            <p:nvPr/>
          </p:nvSpPr>
          <p:spPr>
            <a:xfrm>
              <a:off x="4778197" y="1085335"/>
              <a:ext cx="555542" cy="762514"/>
            </a:xfrm>
            <a:custGeom>
              <a:avLst/>
              <a:gdLst/>
              <a:ahLst/>
              <a:cxnLst/>
              <a:rect l="l" t="t" r="r" b="b"/>
              <a:pathLst>
                <a:path w="555542" h="762514" extrusionOk="0">
                  <a:moveTo>
                    <a:pt x="549713" y="25139"/>
                  </a:moveTo>
                  <a:cubicBezTo>
                    <a:pt x="543547" y="8070"/>
                    <a:pt x="524408" y="0"/>
                    <a:pt x="507606" y="6857"/>
                  </a:cubicBezTo>
                  <a:cubicBezTo>
                    <a:pt x="212940" y="127228"/>
                    <a:pt x="13817" y="410959"/>
                    <a:pt x="742" y="729119"/>
                  </a:cubicBezTo>
                  <a:cubicBezTo>
                    <a:pt x="0" y="747242"/>
                    <a:pt x="14090" y="762514"/>
                    <a:pt x="32238" y="762514"/>
                  </a:cubicBezTo>
                  <a:cubicBezTo>
                    <a:pt x="49377" y="762514"/>
                    <a:pt x="62998" y="748798"/>
                    <a:pt x="63703" y="731685"/>
                  </a:cubicBezTo>
                  <a:cubicBezTo>
                    <a:pt x="75774" y="438092"/>
                    <a:pt x="259511" y="176275"/>
                    <a:pt x="531412" y="65214"/>
                  </a:cubicBezTo>
                  <a:cubicBezTo>
                    <a:pt x="547274" y="58737"/>
                    <a:pt x="555542" y="41268"/>
                    <a:pt x="549719" y="25152"/>
                  </a:cubicBezTo>
                  <a:close/>
                </a:path>
              </a:pathLst>
            </a:custGeom>
            <a:solidFill>
              <a:srgbClr val="FBF9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/>
            </a:p>
          </p:txBody>
        </p:sp>
        <p:sp>
          <p:nvSpPr>
            <p:cNvPr id="512" name="Google Shape;512;p33"/>
            <p:cNvSpPr/>
            <p:nvPr/>
          </p:nvSpPr>
          <p:spPr>
            <a:xfrm>
              <a:off x="4665171" y="918836"/>
              <a:ext cx="1857984" cy="1857997"/>
            </a:xfrm>
            <a:custGeom>
              <a:avLst/>
              <a:gdLst/>
              <a:ahLst/>
              <a:cxnLst/>
              <a:rect l="l" t="t" r="r" b="b"/>
              <a:pathLst>
                <a:path w="1857984" h="1857997" extrusionOk="0">
                  <a:moveTo>
                    <a:pt x="928992" y="1857997"/>
                  </a:moveTo>
                  <a:cubicBezTo>
                    <a:pt x="416744" y="1857997"/>
                    <a:pt x="0" y="1441253"/>
                    <a:pt x="0" y="929004"/>
                  </a:cubicBezTo>
                  <a:cubicBezTo>
                    <a:pt x="0" y="416750"/>
                    <a:pt x="416744" y="0"/>
                    <a:pt x="928992" y="0"/>
                  </a:cubicBezTo>
                  <a:cubicBezTo>
                    <a:pt x="1441246" y="0"/>
                    <a:pt x="1857984" y="416750"/>
                    <a:pt x="1857984" y="929004"/>
                  </a:cubicBezTo>
                  <a:cubicBezTo>
                    <a:pt x="1857984" y="1441253"/>
                    <a:pt x="1441246" y="1857997"/>
                    <a:pt x="928992" y="1857997"/>
                  </a:cubicBezTo>
                  <a:close/>
                  <a:moveTo>
                    <a:pt x="928992" y="58870"/>
                  </a:moveTo>
                  <a:cubicBezTo>
                    <a:pt x="449199" y="58870"/>
                    <a:pt x="58870" y="449218"/>
                    <a:pt x="58870" y="929004"/>
                  </a:cubicBezTo>
                  <a:cubicBezTo>
                    <a:pt x="58870" y="1408791"/>
                    <a:pt x="449199" y="1799126"/>
                    <a:pt x="928992" y="1799126"/>
                  </a:cubicBezTo>
                  <a:cubicBezTo>
                    <a:pt x="1408785" y="1799126"/>
                    <a:pt x="1799113" y="1408791"/>
                    <a:pt x="1799113" y="929004"/>
                  </a:cubicBezTo>
                  <a:cubicBezTo>
                    <a:pt x="1799113" y="449218"/>
                    <a:pt x="1408785" y="58870"/>
                    <a:pt x="928992" y="58870"/>
                  </a:cubicBezTo>
                  <a:close/>
                </a:path>
              </a:pathLst>
            </a:custGeom>
            <a:solidFill>
              <a:srgbClr val="462C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/>
            </a:p>
          </p:txBody>
        </p:sp>
        <p:sp>
          <p:nvSpPr>
            <p:cNvPr id="513" name="Google Shape;513;p33"/>
            <p:cNvSpPr/>
            <p:nvPr/>
          </p:nvSpPr>
          <p:spPr>
            <a:xfrm>
              <a:off x="4929394" y="1224374"/>
              <a:ext cx="1326464" cy="209829"/>
            </a:xfrm>
            <a:custGeom>
              <a:avLst/>
              <a:gdLst/>
              <a:ahLst/>
              <a:cxnLst/>
              <a:rect l="l" t="t" r="r" b="b"/>
              <a:pathLst>
                <a:path w="1326464" h="209829" extrusionOk="0">
                  <a:moveTo>
                    <a:pt x="664787" y="209829"/>
                  </a:moveTo>
                  <a:cubicBezTo>
                    <a:pt x="438397" y="209829"/>
                    <a:pt x="200793" y="156806"/>
                    <a:pt x="0" y="52222"/>
                  </a:cubicBezTo>
                  <a:lnTo>
                    <a:pt x="48209" y="0"/>
                  </a:lnTo>
                  <a:cubicBezTo>
                    <a:pt x="240518" y="100164"/>
                    <a:pt x="447960" y="150958"/>
                    <a:pt x="664787" y="150958"/>
                  </a:cubicBezTo>
                  <a:cubicBezTo>
                    <a:pt x="881602" y="150958"/>
                    <a:pt x="1089044" y="100164"/>
                    <a:pt x="1281328" y="0"/>
                  </a:cubicBezTo>
                  <a:lnTo>
                    <a:pt x="1326464" y="45332"/>
                  </a:lnTo>
                  <a:cubicBezTo>
                    <a:pt x="1125696" y="149917"/>
                    <a:pt x="891178" y="209829"/>
                    <a:pt x="664787" y="209829"/>
                  </a:cubicBezTo>
                  <a:close/>
                </a:path>
              </a:pathLst>
            </a:custGeom>
            <a:solidFill>
              <a:srgbClr val="462C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/>
            </a:p>
          </p:txBody>
        </p:sp>
        <p:sp>
          <p:nvSpPr>
            <p:cNvPr id="514" name="Google Shape;514;p33"/>
            <p:cNvSpPr/>
            <p:nvPr/>
          </p:nvSpPr>
          <p:spPr>
            <a:xfrm>
              <a:off x="4755029" y="2155808"/>
              <a:ext cx="1678285" cy="335788"/>
            </a:xfrm>
            <a:custGeom>
              <a:avLst/>
              <a:gdLst/>
              <a:ahLst/>
              <a:cxnLst/>
              <a:rect l="l" t="t" r="r" b="b"/>
              <a:pathLst>
                <a:path w="1678285" h="335788" extrusionOk="0">
                  <a:moveTo>
                    <a:pt x="839152" y="335788"/>
                  </a:moveTo>
                  <a:cubicBezTo>
                    <a:pt x="535336" y="335788"/>
                    <a:pt x="245173" y="240658"/>
                    <a:pt x="0" y="60674"/>
                  </a:cubicBezTo>
                  <a:lnTo>
                    <a:pt x="23875" y="9188"/>
                  </a:lnTo>
                  <a:cubicBezTo>
                    <a:pt x="258876" y="181692"/>
                    <a:pt x="547954" y="276917"/>
                    <a:pt x="839152" y="276917"/>
                  </a:cubicBezTo>
                  <a:cubicBezTo>
                    <a:pt x="1130319" y="276917"/>
                    <a:pt x="1425968" y="172504"/>
                    <a:pt x="1660988" y="0"/>
                  </a:cubicBezTo>
                  <a:lnTo>
                    <a:pt x="1678285" y="60674"/>
                  </a:lnTo>
                  <a:cubicBezTo>
                    <a:pt x="1433093" y="240658"/>
                    <a:pt x="1142930" y="335788"/>
                    <a:pt x="839152" y="335788"/>
                  </a:cubicBezTo>
                  <a:close/>
                </a:path>
              </a:pathLst>
            </a:custGeom>
            <a:solidFill>
              <a:srgbClr val="462C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/>
            </a:p>
          </p:txBody>
        </p:sp>
        <p:sp>
          <p:nvSpPr>
            <p:cNvPr id="515" name="Google Shape;515;p33"/>
            <p:cNvSpPr/>
            <p:nvPr/>
          </p:nvSpPr>
          <p:spPr>
            <a:xfrm>
              <a:off x="4701505" y="1611669"/>
              <a:ext cx="1785315" cy="368166"/>
            </a:xfrm>
            <a:custGeom>
              <a:avLst/>
              <a:gdLst/>
              <a:ahLst/>
              <a:cxnLst/>
              <a:rect l="l" t="t" r="r" b="b"/>
              <a:pathLst>
                <a:path w="1785315" h="368166" extrusionOk="0">
                  <a:moveTo>
                    <a:pt x="892676" y="368166"/>
                  </a:moveTo>
                  <a:cubicBezTo>
                    <a:pt x="567594" y="368166"/>
                    <a:pt x="250577" y="253492"/>
                    <a:pt x="0" y="45275"/>
                  </a:cubicBezTo>
                  <a:lnTo>
                    <a:pt x="37636" y="0"/>
                  </a:lnTo>
                  <a:cubicBezTo>
                    <a:pt x="277653" y="199453"/>
                    <a:pt x="581317" y="309295"/>
                    <a:pt x="892676" y="309295"/>
                  </a:cubicBezTo>
                  <a:cubicBezTo>
                    <a:pt x="1204036" y="309295"/>
                    <a:pt x="1507686" y="199453"/>
                    <a:pt x="1747678" y="0"/>
                  </a:cubicBezTo>
                  <a:lnTo>
                    <a:pt x="1785315" y="45275"/>
                  </a:lnTo>
                  <a:cubicBezTo>
                    <a:pt x="1534756" y="253492"/>
                    <a:pt x="1217758" y="368166"/>
                    <a:pt x="892676" y="368166"/>
                  </a:cubicBezTo>
                  <a:close/>
                </a:path>
              </a:pathLst>
            </a:custGeom>
            <a:solidFill>
              <a:srgbClr val="462C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/>
            </a:p>
          </p:txBody>
        </p:sp>
        <p:sp>
          <p:nvSpPr>
            <p:cNvPr id="516" name="Google Shape;516;p33"/>
            <p:cNvSpPr/>
            <p:nvPr/>
          </p:nvSpPr>
          <p:spPr>
            <a:xfrm>
              <a:off x="5090500" y="918836"/>
              <a:ext cx="1007344" cy="1857997"/>
            </a:xfrm>
            <a:custGeom>
              <a:avLst/>
              <a:gdLst/>
              <a:ahLst/>
              <a:cxnLst/>
              <a:rect l="l" t="t" r="r" b="b"/>
              <a:pathLst>
                <a:path w="1007344" h="1857997" extrusionOk="0">
                  <a:moveTo>
                    <a:pt x="503662" y="1857997"/>
                  </a:moveTo>
                  <a:cubicBezTo>
                    <a:pt x="221234" y="1857997"/>
                    <a:pt x="0" y="1449933"/>
                    <a:pt x="0" y="929004"/>
                  </a:cubicBezTo>
                  <a:cubicBezTo>
                    <a:pt x="0" y="408076"/>
                    <a:pt x="221234" y="0"/>
                    <a:pt x="503662" y="0"/>
                  </a:cubicBezTo>
                  <a:cubicBezTo>
                    <a:pt x="786104" y="0"/>
                    <a:pt x="1007344" y="408076"/>
                    <a:pt x="1007344" y="929004"/>
                  </a:cubicBezTo>
                  <a:cubicBezTo>
                    <a:pt x="1007344" y="1449933"/>
                    <a:pt x="786104" y="1857997"/>
                    <a:pt x="503662" y="1857997"/>
                  </a:cubicBezTo>
                  <a:close/>
                  <a:moveTo>
                    <a:pt x="503662" y="58870"/>
                  </a:moveTo>
                  <a:cubicBezTo>
                    <a:pt x="258394" y="58870"/>
                    <a:pt x="58864" y="449218"/>
                    <a:pt x="58864" y="929004"/>
                  </a:cubicBezTo>
                  <a:cubicBezTo>
                    <a:pt x="58864" y="1408791"/>
                    <a:pt x="258394" y="1799126"/>
                    <a:pt x="503662" y="1799126"/>
                  </a:cubicBezTo>
                  <a:cubicBezTo>
                    <a:pt x="748931" y="1799126"/>
                    <a:pt x="948480" y="1408791"/>
                    <a:pt x="948480" y="929004"/>
                  </a:cubicBezTo>
                  <a:cubicBezTo>
                    <a:pt x="948480" y="449218"/>
                    <a:pt x="748931" y="58870"/>
                    <a:pt x="503662" y="58870"/>
                  </a:cubicBezTo>
                  <a:close/>
                </a:path>
              </a:pathLst>
            </a:custGeom>
            <a:solidFill>
              <a:srgbClr val="462C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/>
            </a:p>
          </p:txBody>
        </p:sp>
        <p:sp>
          <p:nvSpPr>
            <p:cNvPr id="517" name="Google Shape;517;p33"/>
            <p:cNvSpPr/>
            <p:nvPr/>
          </p:nvSpPr>
          <p:spPr>
            <a:xfrm>
              <a:off x="5564727" y="948270"/>
              <a:ext cx="58800" cy="1799100"/>
            </a:xfrm>
            <a:prstGeom prst="rect">
              <a:avLst/>
            </a:prstGeom>
            <a:solidFill>
              <a:srgbClr val="462C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ute Sticker by Slidesgo">
  <a:themeElements>
    <a:clrScheme name="Simple Light">
      <a:dk1>
        <a:srgbClr val="EA4F46"/>
      </a:dk1>
      <a:lt1>
        <a:srgbClr val="F7D538"/>
      </a:lt1>
      <a:dk2>
        <a:srgbClr val="472C18"/>
      </a:dk2>
      <a:lt2>
        <a:srgbClr val="B2DEEE"/>
      </a:lt2>
      <a:accent1>
        <a:srgbClr val="A2CF9D"/>
      </a:accent1>
      <a:accent2>
        <a:srgbClr val="FFFFFF"/>
      </a:accent2>
      <a:accent3>
        <a:srgbClr val="EF786D"/>
      </a:accent3>
      <a:accent4>
        <a:srgbClr val="7A4934"/>
      </a:accent4>
      <a:accent5>
        <a:srgbClr val="D43733"/>
      </a:accent5>
      <a:accent6>
        <a:srgbClr val="D3AC09"/>
      </a:accent6>
      <a:hlink>
        <a:srgbClr val="F7D5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Presentación en pantalla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Poppins</vt:lpstr>
      <vt:lpstr>Nunito</vt:lpstr>
      <vt:lpstr>Cute Sticker by Slidesgo</vt:lpstr>
      <vt:lpstr>Spatial Approximation Tree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 Approximation Tree</dc:title>
  <cp:lastModifiedBy>will</cp:lastModifiedBy>
  <cp:revision>1</cp:revision>
  <dcterms:modified xsi:type="dcterms:W3CDTF">2020-10-09T14:10:33Z</dcterms:modified>
</cp:coreProperties>
</file>