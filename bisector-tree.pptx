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Archivo Medium" panose="020B0604020202020204" charset="0"/>
      <p:regular r:id="rId4"/>
      <p:bold r:id="rId5"/>
      <p:italic r:id="rId6"/>
      <p:boldItalic r:id="rId7"/>
    </p:embeddedFont>
    <p:embeddedFont>
      <p:font typeface="Archivo SemiBold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31C5BA-4BE9-4FE0-8670-7DB1C5E6975A}">
  <a:tblStyle styleId="{D931C5BA-4BE9-4FE0-8670-7DB1C5E697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82950" y="540000"/>
            <a:ext cx="8112300" cy="22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31200" y="4069925"/>
            <a:ext cx="3119100" cy="5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>
            <a:spLocks noGrp="1"/>
          </p:cNvSpPr>
          <p:nvPr>
            <p:ph type="title"/>
          </p:nvPr>
        </p:nvSpPr>
        <p:spPr>
          <a:xfrm>
            <a:off x="621100" y="579000"/>
            <a:ext cx="5884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5" name="Google Shape;175;p7"/>
          <p:cNvSpPr txBox="1">
            <a:spLocks noGrp="1"/>
          </p:cNvSpPr>
          <p:nvPr>
            <p:ph type="subTitle" idx="1"/>
          </p:nvPr>
        </p:nvSpPr>
        <p:spPr>
          <a:xfrm>
            <a:off x="3255888" y="2959063"/>
            <a:ext cx="2632200" cy="5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 Medium"/>
              <a:buNone/>
              <a:defRPr sz="1400"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6" name="Google Shape;176;p7"/>
          <p:cNvSpPr txBox="1">
            <a:spLocks noGrp="1"/>
          </p:cNvSpPr>
          <p:nvPr>
            <p:ph type="subTitle" idx="2"/>
          </p:nvPr>
        </p:nvSpPr>
        <p:spPr>
          <a:xfrm>
            <a:off x="3255888" y="2259438"/>
            <a:ext cx="2632200" cy="534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77" name="Google Shape;177;p7"/>
          <p:cNvGrpSpPr/>
          <p:nvPr/>
        </p:nvGrpSpPr>
        <p:grpSpPr>
          <a:xfrm>
            <a:off x="40767" y="-370815"/>
            <a:ext cx="5631326" cy="527435"/>
            <a:chOff x="1468625" y="2717525"/>
            <a:chExt cx="3558050" cy="279925"/>
          </a:xfrm>
        </p:grpSpPr>
        <p:sp>
          <p:nvSpPr>
            <p:cNvPr id="178" name="Google Shape;178;p7"/>
            <p:cNvSpPr/>
            <p:nvPr/>
          </p:nvSpPr>
          <p:spPr>
            <a:xfrm>
              <a:off x="146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161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176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190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205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219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234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249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263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278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292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307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32215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336885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35157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36626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380955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39568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20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41037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4250675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439800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45449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46918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483870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7"/>
          <p:cNvGrpSpPr/>
          <p:nvPr/>
        </p:nvGrpSpPr>
        <p:grpSpPr>
          <a:xfrm rot="10800000">
            <a:off x="3751104" y="4924760"/>
            <a:ext cx="5400252" cy="527435"/>
            <a:chOff x="1614625" y="2717525"/>
            <a:chExt cx="3412050" cy="279925"/>
          </a:xfrm>
        </p:grpSpPr>
        <p:sp>
          <p:nvSpPr>
            <p:cNvPr id="203" name="Google Shape;203;p7"/>
            <p:cNvSpPr/>
            <p:nvPr/>
          </p:nvSpPr>
          <p:spPr>
            <a:xfrm>
              <a:off x="161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176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190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205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219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234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249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263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278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292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307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32215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336885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35157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36626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380955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9568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20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41037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4250675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439800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45449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46918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483870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 txBox="1">
            <a:spLocks noGrp="1"/>
          </p:cNvSpPr>
          <p:nvPr>
            <p:ph type="title"/>
          </p:nvPr>
        </p:nvSpPr>
        <p:spPr>
          <a:xfrm>
            <a:off x="621100" y="4031700"/>
            <a:ext cx="600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59" name="Google Shape;259;p10"/>
          <p:cNvGrpSpPr/>
          <p:nvPr/>
        </p:nvGrpSpPr>
        <p:grpSpPr>
          <a:xfrm>
            <a:off x="40767" y="-370815"/>
            <a:ext cx="5631326" cy="527435"/>
            <a:chOff x="1468625" y="2717525"/>
            <a:chExt cx="3558050" cy="279925"/>
          </a:xfrm>
        </p:grpSpPr>
        <p:sp>
          <p:nvSpPr>
            <p:cNvPr id="260" name="Google Shape;260;p10"/>
            <p:cNvSpPr/>
            <p:nvPr/>
          </p:nvSpPr>
          <p:spPr>
            <a:xfrm>
              <a:off x="146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161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176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190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205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219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234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249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263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278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292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307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32215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336885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35157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36626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380955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39568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20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41037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4250675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439800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45449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46918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483870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" name="Google Shape;284;p10"/>
          <p:cNvGrpSpPr/>
          <p:nvPr/>
        </p:nvGrpSpPr>
        <p:grpSpPr>
          <a:xfrm rot="10800000">
            <a:off x="3751104" y="4924760"/>
            <a:ext cx="5400252" cy="527435"/>
            <a:chOff x="1614625" y="2717525"/>
            <a:chExt cx="3412050" cy="279925"/>
          </a:xfrm>
        </p:grpSpPr>
        <p:sp>
          <p:nvSpPr>
            <p:cNvPr id="285" name="Google Shape;285;p10"/>
            <p:cNvSpPr/>
            <p:nvPr/>
          </p:nvSpPr>
          <p:spPr>
            <a:xfrm>
              <a:off x="161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76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190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205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219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234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249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263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278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292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307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32215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336885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35157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36626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380955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39568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20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41037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0"/>
            <p:cNvSpPr/>
            <p:nvPr/>
          </p:nvSpPr>
          <p:spPr>
            <a:xfrm>
              <a:off x="4250675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439800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45449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46918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483870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13"/>
          <p:cNvGrpSpPr/>
          <p:nvPr/>
        </p:nvGrpSpPr>
        <p:grpSpPr>
          <a:xfrm>
            <a:off x="40767" y="-370815"/>
            <a:ext cx="5631326" cy="527435"/>
            <a:chOff x="1468625" y="2717525"/>
            <a:chExt cx="3558050" cy="279925"/>
          </a:xfrm>
        </p:grpSpPr>
        <p:sp>
          <p:nvSpPr>
            <p:cNvPr id="363" name="Google Shape;363;p13"/>
            <p:cNvSpPr/>
            <p:nvPr/>
          </p:nvSpPr>
          <p:spPr>
            <a:xfrm>
              <a:off x="146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161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176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190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205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219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234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249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263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78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292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307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32215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336885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35157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36626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380955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39568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20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41037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4250675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439800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45449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46918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483870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13"/>
          <p:cNvGrpSpPr/>
          <p:nvPr/>
        </p:nvGrpSpPr>
        <p:grpSpPr>
          <a:xfrm rot="10800000">
            <a:off x="3751104" y="4924760"/>
            <a:ext cx="5400252" cy="527435"/>
            <a:chOff x="1614625" y="2717525"/>
            <a:chExt cx="3412050" cy="279925"/>
          </a:xfrm>
        </p:grpSpPr>
        <p:sp>
          <p:nvSpPr>
            <p:cNvPr id="388" name="Google Shape;388;p13"/>
            <p:cNvSpPr/>
            <p:nvPr/>
          </p:nvSpPr>
          <p:spPr>
            <a:xfrm>
              <a:off x="161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176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190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205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219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234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249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263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278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292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307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32215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336885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35157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36626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380955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39568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20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41037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4250675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439800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45449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46918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483870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">
    <p:bg>
      <p:bgPr>
        <a:solidFill>
          <a:schemeClr val="dk2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14"/>
          <p:cNvGrpSpPr/>
          <p:nvPr/>
        </p:nvGrpSpPr>
        <p:grpSpPr>
          <a:xfrm>
            <a:off x="40767" y="-370815"/>
            <a:ext cx="5631326" cy="527435"/>
            <a:chOff x="1468625" y="2717525"/>
            <a:chExt cx="3558050" cy="279925"/>
          </a:xfrm>
        </p:grpSpPr>
        <p:sp>
          <p:nvSpPr>
            <p:cNvPr id="413" name="Google Shape;413;p14"/>
            <p:cNvSpPr/>
            <p:nvPr/>
          </p:nvSpPr>
          <p:spPr>
            <a:xfrm>
              <a:off x="146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161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176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190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4"/>
            <p:cNvSpPr/>
            <p:nvPr/>
          </p:nvSpPr>
          <p:spPr>
            <a:xfrm>
              <a:off x="205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4"/>
            <p:cNvSpPr/>
            <p:nvPr/>
          </p:nvSpPr>
          <p:spPr>
            <a:xfrm>
              <a:off x="219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234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249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263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4"/>
            <p:cNvSpPr/>
            <p:nvPr/>
          </p:nvSpPr>
          <p:spPr>
            <a:xfrm>
              <a:off x="278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292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307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32215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36885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5157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36626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380955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39568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20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41037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4250675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439800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45449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4"/>
            <p:cNvSpPr/>
            <p:nvPr/>
          </p:nvSpPr>
          <p:spPr>
            <a:xfrm>
              <a:off x="46918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483870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" name="Google Shape;437;p14"/>
          <p:cNvGrpSpPr/>
          <p:nvPr/>
        </p:nvGrpSpPr>
        <p:grpSpPr>
          <a:xfrm rot="10800000">
            <a:off x="3751104" y="4924760"/>
            <a:ext cx="5400252" cy="527435"/>
            <a:chOff x="1614625" y="2717525"/>
            <a:chExt cx="3412050" cy="279925"/>
          </a:xfrm>
        </p:grpSpPr>
        <p:sp>
          <p:nvSpPr>
            <p:cNvPr id="438" name="Google Shape;438;p14"/>
            <p:cNvSpPr/>
            <p:nvPr/>
          </p:nvSpPr>
          <p:spPr>
            <a:xfrm>
              <a:off x="161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4"/>
            <p:cNvSpPr/>
            <p:nvPr/>
          </p:nvSpPr>
          <p:spPr>
            <a:xfrm>
              <a:off x="176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190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205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219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234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2490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2636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2782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2928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30746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55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322152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336885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35157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366265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380955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39568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20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4103775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4250675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4398000" y="2717525"/>
              <a:ext cx="187550" cy="279925"/>
            </a:xfrm>
            <a:custGeom>
              <a:avLst/>
              <a:gdLst/>
              <a:ahLst/>
              <a:cxnLst/>
              <a:rect l="l" t="t" r="r" b="b"/>
              <a:pathLst>
                <a:path w="7502" h="11197" extrusionOk="0">
                  <a:moveTo>
                    <a:pt x="7502" y="0"/>
                  </a:moveTo>
                  <a:lnTo>
                    <a:pt x="3966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45449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1" y="11197"/>
                  </a:lnTo>
                  <a:lnTo>
                    <a:pt x="3537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4691800" y="2717525"/>
              <a:ext cx="188000" cy="279925"/>
            </a:xfrm>
            <a:custGeom>
              <a:avLst/>
              <a:gdLst/>
              <a:ahLst/>
              <a:cxnLst/>
              <a:rect l="l" t="t" r="r" b="b"/>
              <a:pathLst>
                <a:path w="7520" h="11197" extrusionOk="0">
                  <a:moveTo>
                    <a:pt x="7519" y="0"/>
                  </a:moveTo>
                  <a:lnTo>
                    <a:pt x="3965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4838700" y="2717525"/>
              <a:ext cx="187975" cy="279925"/>
            </a:xfrm>
            <a:custGeom>
              <a:avLst/>
              <a:gdLst/>
              <a:ahLst/>
              <a:cxnLst/>
              <a:rect l="l" t="t" r="r" b="b"/>
              <a:pathLst>
                <a:path w="7519" h="11197" extrusionOk="0">
                  <a:moveTo>
                    <a:pt x="7519" y="0"/>
                  </a:moveTo>
                  <a:lnTo>
                    <a:pt x="3983" y="0"/>
                  </a:lnTo>
                  <a:lnTo>
                    <a:pt x="0" y="11197"/>
                  </a:lnTo>
                  <a:lnTo>
                    <a:pt x="3554" y="11197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SemiBold"/>
              <a:buNone/>
              <a:defRPr sz="24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 SemiBold"/>
              <a:buChar char="●"/>
              <a:defRPr sz="18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chivo Medium"/>
              <a:buChar char="○"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chivo Medium"/>
              <a:buChar char="■"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chivo Medium"/>
              <a:buChar char="●"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chivo Medium"/>
              <a:buChar char="○"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chivo Medium"/>
              <a:buChar char="■"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chivo Medium"/>
              <a:buChar char="●"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chivo Medium"/>
              <a:buChar char="○"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chivo Medium"/>
              <a:buChar char="■"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6" r:id="rId3"/>
    <p:sldLayoutId id="2147483658" r:id="rId4"/>
    <p:sldLayoutId id="2147483659" r:id="rId5"/>
    <p:sldLayoutId id="214748366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33"/>
          <p:cNvSpPr txBox="1">
            <a:spLocks noGrp="1"/>
          </p:cNvSpPr>
          <p:nvPr>
            <p:ph type="ctrTitle"/>
          </p:nvPr>
        </p:nvSpPr>
        <p:spPr>
          <a:xfrm>
            <a:off x="582950" y="540000"/>
            <a:ext cx="8112300" cy="21127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 dirty="0"/>
              <a:t>Bisector </a:t>
            </a:r>
            <a:r>
              <a:rPr lang="es-ES" sz="6600" dirty="0" err="1"/>
              <a:t>Tree</a:t>
            </a:r>
            <a:endParaRPr sz="6600" dirty="0"/>
          </a:p>
        </p:txBody>
      </p:sp>
      <p:grpSp>
        <p:nvGrpSpPr>
          <p:cNvPr id="1047" name="Google Shape;1047;p33"/>
          <p:cNvGrpSpPr/>
          <p:nvPr/>
        </p:nvGrpSpPr>
        <p:grpSpPr>
          <a:xfrm>
            <a:off x="-384334" y="2627350"/>
            <a:ext cx="9912667" cy="1540200"/>
            <a:chOff x="-384334" y="2732550"/>
            <a:chExt cx="9912667" cy="1540200"/>
          </a:xfrm>
        </p:grpSpPr>
        <p:grpSp>
          <p:nvGrpSpPr>
            <p:cNvPr id="1048" name="Google Shape;1048;p33"/>
            <p:cNvGrpSpPr/>
            <p:nvPr/>
          </p:nvGrpSpPr>
          <p:grpSpPr>
            <a:xfrm>
              <a:off x="-384334" y="3099508"/>
              <a:ext cx="9912667" cy="831648"/>
              <a:chOff x="238125" y="2547200"/>
              <a:chExt cx="7143750" cy="621050"/>
            </a:xfrm>
          </p:grpSpPr>
          <p:sp>
            <p:nvSpPr>
              <p:cNvPr id="1049" name="Google Shape;1049;p33"/>
              <p:cNvSpPr/>
              <p:nvPr/>
            </p:nvSpPr>
            <p:spPr>
              <a:xfrm>
                <a:off x="2767450" y="2547200"/>
                <a:ext cx="416600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76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3"/>
              <p:cNvSpPr/>
              <p:nvPr/>
            </p:nvSpPr>
            <p:spPr>
              <a:xfrm>
                <a:off x="2451325" y="2547200"/>
                <a:ext cx="416600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24842" extrusionOk="0">
                    <a:moveTo>
                      <a:pt x="16664" y="0"/>
                    </a:moveTo>
                    <a:lnTo>
                      <a:pt x="8806" y="0"/>
                    </a:lnTo>
                    <a:lnTo>
                      <a:pt x="1" y="24842"/>
                    </a:lnTo>
                    <a:lnTo>
                      <a:pt x="7877" y="24842"/>
                    </a:lnTo>
                    <a:lnTo>
                      <a:pt x="16664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3"/>
              <p:cNvSpPr/>
              <p:nvPr/>
            </p:nvSpPr>
            <p:spPr>
              <a:xfrm>
                <a:off x="2135225" y="2547200"/>
                <a:ext cx="416600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59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3"/>
              <p:cNvSpPr/>
              <p:nvPr/>
            </p:nvSpPr>
            <p:spPr>
              <a:xfrm>
                <a:off x="1819125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3"/>
              <p:cNvSpPr/>
              <p:nvPr/>
            </p:nvSpPr>
            <p:spPr>
              <a:xfrm>
                <a:off x="1503000" y="2547200"/>
                <a:ext cx="416600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24842" extrusionOk="0">
                    <a:moveTo>
                      <a:pt x="16663" y="0"/>
                    </a:moveTo>
                    <a:lnTo>
                      <a:pt x="8787" y="0"/>
                    </a:lnTo>
                    <a:lnTo>
                      <a:pt x="1" y="24842"/>
                    </a:lnTo>
                    <a:lnTo>
                      <a:pt x="7859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3"/>
              <p:cNvSpPr/>
              <p:nvPr/>
            </p:nvSpPr>
            <p:spPr>
              <a:xfrm>
                <a:off x="118690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787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3"/>
              <p:cNvSpPr/>
              <p:nvPr/>
            </p:nvSpPr>
            <p:spPr>
              <a:xfrm>
                <a:off x="870325" y="2547200"/>
                <a:ext cx="416600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24842" extrusionOk="0">
                    <a:moveTo>
                      <a:pt x="16664" y="0"/>
                    </a:moveTo>
                    <a:lnTo>
                      <a:pt x="8806" y="0"/>
                    </a:lnTo>
                    <a:lnTo>
                      <a:pt x="1" y="24842"/>
                    </a:lnTo>
                    <a:lnTo>
                      <a:pt x="7877" y="24842"/>
                    </a:lnTo>
                    <a:lnTo>
                      <a:pt x="16664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3"/>
              <p:cNvSpPr/>
              <p:nvPr/>
            </p:nvSpPr>
            <p:spPr>
              <a:xfrm>
                <a:off x="554225" y="2547200"/>
                <a:ext cx="416600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59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3"/>
              <p:cNvSpPr/>
              <p:nvPr/>
            </p:nvSpPr>
            <p:spPr>
              <a:xfrm>
                <a:off x="238125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3"/>
              <p:cNvSpPr/>
              <p:nvPr/>
            </p:nvSpPr>
            <p:spPr>
              <a:xfrm>
                <a:off x="3079975" y="2547200"/>
                <a:ext cx="416600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24842" extrusionOk="0">
                    <a:moveTo>
                      <a:pt x="16664" y="0"/>
                    </a:moveTo>
                    <a:lnTo>
                      <a:pt x="8806" y="0"/>
                    </a:lnTo>
                    <a:lnTo>
                      <a:pt x="1" y="24842"/>
                    </a:lnTo>
                    <a:lnTo>
                      <a:pt x="7859" y="24842"/>
                    </a:lnTo>
                    <a:lnTo>
                      <a:pt x="16664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3"/>
              <p:cNvSpPr/>
              <p:nvPr/>
            </p:nvSpPr>
            <p:spPr>
              <a:xfrm>
                <a:off x="3403675" y="2547200"/>
                <a:ext cx="416600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24842" extrusionOk="0">
                    <a:moveTo>
                      <a:pt x="16664" y="0"/>
                    </a:moveTo>
                    <a:lnTo>
                      <a:pt x="8806" y="0"/>
                    </a:lnTo>
                    <a:lnTo>
                      <a:pt x="1" y="24842"/>
                    </a:lnTo>
                    <a:lnTo>
                      <a:pt x="7859" y="24842"/>
                    </a:lnTo>
                    <a:lnTo>
                      <a:pt x="16664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3"/>
              <p:cNvSpPr/>
              <p:nvPr/>
            </p:nvSpPr>
            <p:spPr>
              <a:xfrm>
                <a:off x="372740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3"/>
              <p:cNvSpPr/>
              <p:nvPr/>
            </p:nvSpPr>
            <p:spPr>
              <a:xfrm>
                <a:off x="405110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76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3"/>
              <p:cNvSpPr/>
              <p:nvPr/>
            </p:nvSpPr>
            <p:spPr>
              <a:xfrm>
                <a:off x="4375225" y="2547200"/>
                <a:ext cx="416600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24842" extrusionOk="0">
                    <a:moveTo>
                      <a:pt x="16664" y="0"/>
                    </a:moveTo>
                    <a:lnTo>
                      <a:pt x="8788" y="0"/>
                    </a:lnTo>
                    <a:lnTo>
                      <a:pt x="1" y="24842"/>
                    </a:lnTo>
                    <a:lnTo>
                      <a:pt x="7859" y="24842"/>
                    </a:lnTo>
                    <a:lnTo>
                      <a:pt x="16664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3"/>
              <p:cNvSpPr/>
              <p:nvPr/>
            </p:nvSpPr>
            <p:spPr>
              <a:xfrm>
                <a:off x="469895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787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3"/>
              <p:cNvSpPr/>
              <p:nvPr/>
            </p:nvSpPr>
            <p:spPr>
              <a:xfrm>
                <a:off x="502265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3"/>
              <p:cNvSpPr/>
              <p:nvPr/>
            </p:nvSpPr>
            <p:spPr>
              <a:xfrm>
                <a:off x="534635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3"/>
              <p:cNvSpPr/>
              <p:nvPr/>
            </p:nvSpPr>
            <p:spPr>
              <a:xfrm>
                <a:off x="567005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76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3"/>
              <p:cNvSpPr/>
              <p:nvPr/>
            </p:nvSpPr>
            <p:spPr>
              <a:xfrm>
                <a:off x="599375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76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3"/>
              <p:cNvSpPr/>
              <p:nvPr/>
            </p:nvSpPr>
            <p:spPr>
              <a:xfrm>
                <a:off x="631790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787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3"/>
              <p:cNvSpPr/>
              <p:nvPr/>
            </p:nvSpPr>
            <p:spPr>
              <a:xfrm>
                <a:off x="664160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3"/>
              <p:cNvSpPr/>
              <p:nvPr/>
            </p:nvSpPr>
            <p:spPr>
              <a:xfrm>
                <a:off x="6965300" y="2547200"/>
                <a:ext cx="416575" cy="621050"/>
              </a:xfrm>
              <a:custGeom>
                <a:avLst/>
                <a:gdLst/>
                <a:ahLst/>
                <a:cxnLst/>
                <a:rect l="l" t="t" r="r" b="b"/>
                <a:pathLst>
                  <a:path w="16663" h="24842" extrusionOk="0">
                    <a:moveTo>
                      <a:pt x="16663" y="0"/>
                    </a:moveTo>
                    <a:lnTo>
                      <a:pt x="8805" y="0"/>
                    </a:lnTo>
                    <a:lnTo>
                      <a:pt x="0" y="24842"/>
                    </a:lnTo>
                    <a:lnTo>
                      <a:pt x="7858" y="24842"/>
                    </a:lnTo>
                    <a:lnTo>
                      <a:pt x="16663" y="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1" name="Google Shape;1071;p33"/>
            <p:cNvGrpSpPr/>
            <p:nvPr/>
          </p:nvGrpSpPr>
          <p:grpSpPr>
            <a:xfrm>
              <a:off x="6782075" y="2732550"/>
              <a:ext cx="1540200" cy="1540200"/>
              <a:chOff x="6782075" y="2732550"/>
              <a:chExt cx="1540200" cy="1540200"/>
            </a:xfrm>
          </p:grpSpPr>
          <p:sp>
            <p:nvSpPr>
              <p:cNvPr id="1072" name="Google Shape;1072;p33"/>
              <p:cNvSpPr/>
              <p:nvPr/>
            </p:nvSpPr>
            <p:spPr>
              <a:xfrm>
                <a:off x="6782075" y="2732550"/>
                <a:ext cx="1540200" cy="1540200"/>
              </a:xfrm>
              <a:prstGeom prst="ellipse">
                <a:avLst/>
              </a:prstGeom>
              <a:solidFill>
                <a:srgbClr val="FE6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A2A2A"/>
                  </a:solidFill>
                </a:endParaRPr>
              </a:p>
            </p:txBody>
          </p:sp>
          <p:sp>
            <p:nvSpPr>
              <p:cNvPr id="1073" name="Google Shape;1073;p33"/>
              <p:cNvSpPr/>
              <p:nvPr/>
            </p:nvSpPr>
            <p:spPr>
              <a:xfrm>
                <a:off x="7230125" y="3180661"/>
                <a:ext cx="644100" cy="644100"/>
              </a:xfrm>
              <a:prstGeom prst="plus">
                <a:avLst>
                  <a:gd name="adj" fmla="val 37044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Emergency Management Plan by Slidesgo">
  <a:themeElements>
    <a:clrScheme name="Simple Light">
      <a:dk1>
        <a:srgbClr val="2A2A2A"/>
      </a:dk1>
      <a:lt1>
        <a:srgbClr val="FFFFFF"/>
      </a:lt1>
      <a:dk2>
        <a:srgbClr val="FFD966"/>
      </a:dk2>
      <a:lt2>
        <a:srgbClr val="FE6A6A"/>
      </a:lt2>
      <a:accent1>
        <a:srgbClr val="FFF2CC"/>
      </a:accent1>
      <a:accent2>
        <a:srgbClr val="D92C48"/>
      </a:accent2>
      <a:accent3>
        <a:srgbClr val="FFCC99"/>
      </a:accent3>
      <a:accent4>
        <a:srgbClr val="FFAB40"/>
      </a:accent4>
      <a:accent5>
        <a:srgbClr val="999999"/>
      </a:accent5>
      <a:accent6>
        <a:srgbClr val="B7B7B7"/>
      </a:accent6>
      <a:hlink>
        <a:srgbClr val="FE6A6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</Words>
  <Application>Microsoft Office PowerPoint</Application>
  <PresentationFormat>Presentación en pantalla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Archivo SemiBold</vt:lpstr>
      <vt:lpstr>Archivo Medium</vt:lpstr>
      <vt:lpstr>Emergency Management Plan by Slidesgo</vt:lpstr>
      <vt:lpstr>Bisector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Bisector Tree</dc:title>
  <cp:lastModifiedBy>will</cp:lastModifiedBy>
  <cp:revision>2</cp:revision>
  <dcterms:modified xsi:type="dcterms:W3CDTF">2020-10-09T14:11:10Z</dcterms:modified>
</cp:coreProperties>
</file>