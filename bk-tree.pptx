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Anton" panose="020B0604020202020204" charset="0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omfortaa Regular" panose="020B0604020202020204" charset="0"/>
      <p:regular r:id="rId9"/>
      <p:bold r:id="rId10"/>
    </p:embeddedFont>
    <p:embeddedFont>
      <p:font typeface="Fredoka One" panose="020B0604020202020204" charset="0"/>
      <p:regular r:id="rId11"/>
    </p:embeddedFont>
    <p:embeddedFont>
      <p:font typeface="Source Sans Pro" panose="020B0503030403020204" pitchFamily="34" charset="0"/>
      <p:regular r:id="rId12"/>
      <p:bold r:id="rId13"/>
      <p:italic r:id="rId14"/>
      <p:boldItalic r:id="rId15"/>
    </p:embeddedFont>
    <p:embeddedFont>
      <p:font typeface="Source Sans Pro Light" panose="020B0403030403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7834C7-808A-424B-AA27-BCDB16579438}">
  <a:tblStyle styleId="{2E7834C7-808A-424B-AA27-BCDB165794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ableStyles" Target="tableStyle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-4775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533" y="0"/>
            <a:ext cx="9140925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 rot="10800000" flipH="1">
            <a:off x="7429503" y="3885802"/>
            <a:ext cx="1724010" cy="1267222"/>
            <a:chOff x="7429503" y="-9546"/>
            <a:chExt cx="1724010" cy="1267222"/>
          </a:xfrm>
        </p:grpSpPr>
        <p:sp>
          <p:nvSpPr>
            <p:cNvPr id="12" name="Google Shape;12;p2"/>
            <p:cNvSpPr/>
            <p:nvPr/>
          </p:nvSpPr>
          <p:spPr>
            <a:xfrm rot="10800000" flipH="1">
              <a:off x="7429503" y="-9546"/>
              <a:ext cx="1647810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505703" y="-9546"/>
              <a:ext cx="1647810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800725" y="1856050"/>
            <a:ext cx="6326100" cy="9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Anton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129838" y="2841328"/>
            <a:ext cx="4884300" cy="43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/>
          <p:nvPr/>
        </p:nvSpPr>
        <p:spPr>
          <a:xfrm rot="-7200000" flipH="1">
            <a:off x="3006356" y="3332011"/>
            <a:ext cx="3131287" cy="3381546"/>
          </a:xfrm>
          <a:custGeom>
            <a:avLst/>
            <a:gdLst/>
            <a:ahLst/>
            <a:cxnLst/>
            <a:rect l="l" t="t" r="r" b="b"/>
            <a:pathLst>
              <a:path w="2541" h="2745" extrusionOk="0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 rot="10800000" flipH="1">
            <a:off x="-9538" y="-9546"/>
            <a:ext cx="1724064" cy="1267222"/>
            <a:chOff x="-9538" y="3885802"/>
            <a:chExt cx="1724064" cy="1267222"/>
          </a:xfrm>
        </p:grpSpPr>
        <p:sp>
          <p:nvSpPr>
            <p:cNvPr id="18" name="Google Shape;18;p2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 rot="-7200000" flipH="1">
            <a:off x="7592770" y="3682136"/>
            <a:ext cx="3131287" cy="3381546"/>
          </a:xfrm>
          <a:custGeom>
            <a:avLst/>
            <a:gdLst/>
            <a:ahLst/>
            <a:cxnLst/>
            <a:rect l="l" t="t" r="r" b="b"/>
            <a:pathLst>
              <a:path w="2541" h="2745" extrusionOk="0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711750" y="1389600"/>
            <a:ext cx="7719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pSp>
        <p:nvGrpSpPr>
          <p:cNvPr id="73" name="Google Shape;73;p7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74" name="Google Shape;74;p7"/>
            <p:cNvSpPr/>
            <p:nvPr/>
          </p:nvSpPr>
          <p:spPr>
            <a:xfrm>
              <a:off x="3794645" y="3308553"/>
              <a:ext cx="906462" cy="533400"/>
            </a:xfrm>
            <a:custGeom>
              <a:avLst/>
              <a:gdLst/>
              <a:ahLst/>
              <a:cxnLst/>
              <a:rect l="l" t="t" r="r" b="b"/>
              <a:pathLst>
                <a:path w="348" h="203" extrusionOk="0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endParaRPr>
            </a:p>
          </p:txBody>
        </p:sp>
      </p:grpSp>
      <p:grpSp>
        <p:nvGrpSpPr>
          <p:cNvPr id="76" name="Google Shape;76;p7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77" name="Google Shape;77;p7"/>
            <p:cNvSpPr/>
            <p:nvPr/>
          </p:nvSpPr>
          <p:spPr>
            <a:xfrm rot="10800000" flipH="1">
              <a:off x="7429503" y="-9546"/>
              <a:ext cx="1647810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 rot="10800000" flipH="1">
              <a:off x="7505703" y="-9546"/>
              <a:ext cx="1647810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80" name="Google Shape;80;p7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yect timeline">
  <p:cSld name="CUSTOM_3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0"/>
          <p:cNvSpPr/>
          <p:nvPr/>
        </p:nvSpPr>
        <p:spPr>
          <a:xfrm rot="-7200000" flipH="1">
            <a:off x="-2484680" y="634761"/>
            <a:ext cx="3131287" cy="3381546"/>
          </a:xfrm>
          <a:custGeom>
            <a:avLst/>
            <a:gdLst/>
            <a:ahLst/>
            <a:cxnLst/>
            <a:rect l="l" t="t" r="r" b="b"/>
            <a:pathLst>
              <a:path w="2541" h="2745" extrusionOk="0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235" name="Google Shape;235;p20"/>
            <p:cNvSpPr/>
            <p:nvPr/>
          </p:nvSpPr>
          <p:spPr>
            <a:xfrm>
              <a:off x="3794645" y="3308553"/>
              <a:ext cx="906462" cy="533400"/>
            </a:xfrm>
            <a:custGeom>
              <a:avLst/>
              <a:gdLst/>
              <a:ahLst/>
              <a:cxnLst/>
              <a:rect l="l" t="t" r="r" b="b"/>
              <a:pathLst>
                <a:path w="348" h="203" extrusionOk="0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endParaRPr>
            </a:p>
          </p:txBody>
        </p:sp>
      </p:grpSp>
      <p:sp>
        <p:nvSpPr>
          <p:cNvPr id="237" name="Google Shape;237;p20"/>
          <p:cNvSpPr txBox="1">
            <a:spLocks noGrp="1"/>
          </p:cNvSpPr>
          <p:nvPr>
            <p:ph type="subTitle" idx="1"/>
          </p:nvPr>
        </p:nvSpPr>
        <p:spPr>
          <a:xfrm>
            <a:off x="966825" y="2964658"/>
            <a:ext cx="11907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2"/>
          </p:nvPr>
        </p:nvSpPr>
        <p:spPr>
          <a:xfrm>
            <a:off x="714375" y="3429000"/>
            <a:ext cx="1695600" cy="8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title" idx="3" hasCustomPrompt="1"/>
          </p:nvPr>
        </p:nvSpPr>
        <p:spPr>
          <a:xfrm>
            <a:off x="1328025" y="1817210"/>
            <a:ext cx="468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0"/>
          <p:cNvSpPr txBox="1">
            <a:spLocks noGrp="1"/>
          </p:cNvSpPr>
          <p:nvPr>
            <p:ph type="subTitle" idx="4"/>
          </p:nvPr>
        </p:nvSpPr>
        <p:spPr>
          <a:xfrm>
            <a:off x="2964375" y="2964658"/>
            <a:ext cx="11907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subTitle" idx="5"/>
          </p:nvPr>
        </p:nvSpPr>
        <p:spPr>
          <a:xfrm>
            <a:off x="2713875" y="3429000"/>
            <a:ext cx="16917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title" idx="6" hasCustomPrompt="1"/>
          </p:nvPr>
        </p:nvSpPr>
        <p:spPr>
          <a:xfrm>
            <a:off x="3326625" y="1911710"/>
            <a:ext cx="466200" cy="2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3" name="Google Shape;243;p20"/>
          <p:cNvSpPr txBox="1">
            <a:spLocks noGrp="1"/>
          </p:cNvSpPr>
          <p:nvPr>
            <p:ph type="subTitle" idx="7"/>
          </p:nvPr>
        </p:nvSpPr>
        <p:spPr>
          <a:xfrm>
            <a:off x="5021775" y="2964658"/>
            <a:ext cx="11907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subTitle" idx="8"/>
          </p:nvPr>
        </p:nvSpPr>
        <p:spPr>
          <a:xfrm>
            <a:off x="4771275" y="3429000"/>
            <a:ext cx="16917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title" idx="9" hasCustomPrompt="1"/>
          </p:nvPr>
        </p:nvSpPr>
        <p:spPr>
          <a:xfrm>
            <a:off x="5384025" y="1911710"/>
            <a:ext cx="466200" cy="2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6" name="Google Shape;246;p20"/>
          <p:cNvSpPr txBox="1">
            <a:spLocks noGrp="1"/>
          </p:cNvSpPr>
          <p:nvPr>
            <p:ph type="subTitle" idx="13"/>
          </p:nvPr>
        </p:nvSpPr>
        <p:spPr>
          <a:xfrm>
            <a:off x="6974400" y="2964658"/>
            <a:ext cx="11907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subTitle" idx="14"/>
          </p:nvPr>
        </p:nvSpPr>
        <p:spPr>
          <a:xfrm>
            <a:off x="6723900" y="3429000"/>
            <a:ext cx="16917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title" idx="15" hasCustomPrompt="1"/>
          </p:nvPr>
        </p:nvSpPr>
        <p:spPr>
          <a:xfrm>
            <a:off x="7336650" y="1911710"/>
            <a:ext cx="466200" cy="2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49" name="Google Shape;249;p20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250" name="Google Shape;250;p20"/>
            <p:cNvSpPr/>
            <p:nvPr/>
          </p:nvSpPr>
          <p:spPr>
            <a:xfrm rot="10800000" flipH="1">
              <a:off x="7429503" y="-9546"/>
              <a:ext cx="1647810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 rot="10800000" flipH="1">
              <a:off x="7505703" y="-9546"/>
              <a:ext cx="1647810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52" name="Google Shape;252;p20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253" name="Google Shape;253;p20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2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3"/>
          <p:cNvPicPr preferRelativeResize="0"/>
          <p:nvPr/>
        </p:nvPicPr>
        <p:blipFill rotWithShape="1">
          <a:blip r:embed="rId2">
            <a:alphaModFix amt="14000"/>
          </a:blip>
          <a:srcRect/>
          <a:stretch/>
        </p:blipFill>
        <p:spPr>
          <a:xfrm>
            <a:off x="-488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/>
          <p:nvPr/>
        </p:nvSpPr>
        <p:spPr>
          <a:xfrm rot="-7200000" flipH="1">
            <a:off x="7373345" y="-1822689"/>
            <a:ext cx="3131287" cy="3381546"/>
          </a:xfrm>
          <a:custGeom>
            <a:avLst/>
            <a:gdLst/>
            <a:ahLst/>
            <a:cxnLst/>
            <a:rect l="l" t="t" r="r" b="b"/>
            <a:pathLst>
              <a:path w="2541" h="2745" extrusionOk="0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02" name="Google Shape;302;p23"/>
          <p:cNvSpPr/>
          <p:nvPr/>
        </p:nvSpPr>
        <p:spPr>
          <a:xfrm rot="-7200000" flipH="1">
            <a:off x="-3099480" y="-2784714"/>
            <a:ext cx="3131287" cy="3381546"/>
          </a:xfrm>
          <a:custGeom>
            <a:avLst/>
            <a:gdLst/>
            <a:ahLst/>
            <a:cxnLst/>
            <a:rect l="l" t="t" r="r" b="b"/>
            <a:pathLst>
              <a:path w="2541" h="2745" extrusionOk="0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2">
  <p:cSld name="CUSTOM_1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306" name="Google Shape;306;p24"/>
          <p:cNvSpPr/>
          <p:nvPr/>
        </p:nvSpPr>
        <p:spPr>
          <a:xfrm rot="-7200000" flipH="1">
            <a:off x="7373345" y="-1822689"/>
            <a:ext cx="3131287" cy="3381546"/>
          </a:xfrm>
          <a:custGeom>
            <a:avLst/>
            <a:gdLst/>
            <a:ahLst/>
            <a:cxnLst/>
            <a:rect l="l" t="t" r="r" b="b"/>
            <a:pathLst>
              <a:path w="2541" h="2745" extrusionOk="0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07" name="Google Shape;307;p24"/>
          <p:cNvSpPr/>
          <p:nvPr/>
        </p:nvSpPr>
        <p:spPr>
          <a:xfrm rot="-7200000" flipH="1">
            <a:off x="-3099480" y="-2784714"/>
            <a:ext cx="3131287" cy="3381546"/>
          </a:xfrm>
          <a:custGeom>
            <a:avLst/>
            <a:gdLst/>
            <a:ahLst/>
            <a:cxnLst/>
            <a:rect l="l" t="t" r="r" b="b"/>
            <a:pathLst>
              <a:path w="2541" h="2745" extrusionOk="0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pic>
        <p:nvPicPr>
          <p:cNvPr id="308" name="Google Shape;308;p24"/>
          <p:cNvPicPr preferRelativeResize="0"/>
          <p:nvPr/>
        </p:nvPicPr>
        <p:blipFill rotWithShape="1">
          <a:blip r:embed="rId2">
            <a:alphaModFix amt="14000"/>
          </a:blip>
          <a:srcRect/>
          <a:stretch/>
        </p:blipFill>
        <p:spPr>
          <a:xfrm>
            <a:off x="-488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>
            <a:spLocks noGrp="1"/>
          </p:cNvSpPr>
          <p:nvPr>
            <p:ph type="title" hasCustomPrompt="1"/>
          </p:nvPr>
        </p:nvSpPr>
        <p:spPr>
          <a:xfrm>
            <a:off x="713225" y="1639525"/>
            <a:ext cx="7717500" cy="11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0" name="Google Shape;310;p24"/>
          <p:cNvSpPr txBox="1">
            <a:spLocks noGrp="1"/>
          </p:cNvSpPr>
          <p:nvPr>
            <p:ph type="body" idx="1"/>
          </p:nvPr>
        </p:nvSpPr>
        <p:spPr>
          <a:xfrm>
            <a:off x="713225" y="2695025"/>
            <a:ext cx="77175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311" name="Google Shape;311;p24"/>
          <p:cNvGrpSpPr/>
          <p:nvPr/>
        </p:nvGrpSpPr>
        <p:grpSpPr>
          <a:xfrm rot="10800000" flipH="1">
            <a:off x="7429503" y="3885802"/>
            <a:ext cx="1724010" cy="1267222"/>
            <a:chOff x="7429503" y="-9546"/>
            <a:chExt cx="1724010" cy="1267222"/>
          </a:xfrm>
        </p:grpSpPr>
        <p:sp>
          <p:nvSpPr>
            <p:cNvPr id="312" name="Google Shape;312;p24"/>
            <p:cNvSpPr/>
            <p:nvPr/>
          </p:nvSpPr>
          <p:spPr>
            <a:xfrm rot="10800000" flipH="1">
              <a:off x="7429503" y="-9546"/>
              <a:ext cx="1647810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 rot="10800000" flipH="1">
              <a:off x="7505703" y="-9546"/>
              <a:ext cx="1647810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14" name="Google Shape;314;p24"/>
          <p:cNvGrpSpPr/>
          <p:nvPr/>
        </p:nvGrpSpPr>
        <p:grpSpPr>
          <a:xfrm rot="10800000" flipH="1">
            <a:off x="-9538" y="-9546"/>
            <a:ext cx="1724064" cy="1267222"/>
            <a:chOff x="-9538" y="3885802"/>
            <a:chExt cx="1724064" cy="1267222"/>
          </a:xfrm>
        </p:grpSpPr>
        <p:sp>
          <p:nvSpPr>
            <p:cNvPr id="315" name="Google Shape;315;p24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avLst/>
              <a:gdLst/>
              <a:ahLst/>
              <a:cxnLst/>
              <a:rect l="l" t="t" r="r" b="b"/>
              <a:pathLst>
                <a:path w="21600" h="21492" extrusionOk="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fortaa Regular"/>
              <a:buChar char="●"/>
              <a:defRPr sz="1800"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Regular"/>
              <a:buChar char="○"/>
              <a:defRPr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Regular"/>
              <a:buChar char="■"/>
              <a:defRPr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Regular"/>
              <a:buChar char="●"/>
              <a:defRPr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Regular"/>
              <a:buChar char="○"/>
              <a:defRPr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Regular"/>
              <a:buChar char="■"/>
              <a:defRPr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Regular"/>
              <a:buChar char="●"/>
              <a:defRPr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Regular"/>
              <a:buChar char="○"/>
              <a:defRPr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omfortaa Regular"/>
              <a:buChar char="■"/>
              <a:defRPr>
                <a:solidFill>
                  <a:schemeClr val="dk2"/>
                </a:solidFill>
                <a:latin typeface="Comfortaa Regular"/>
                <a:ea typeface="Comfortaa Regular"/>
                <a:cs typeface="Comfortaa Regular"/>
                <a:sym typeface="Comfortaa Regula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9" r:id="rId3"/>
    <p:sldLayoutId id="2147483666" r:id="rId4"/>
    <p:sldLayoutId id="2147483669" r:id="rId5"/>
    <p:sldLayoutId id="214748367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 txBox="1">
            <a:spLocks noGrp="1"/>
          </p:cNvSpPr>
          <p:nvPr>
            <p:ph type="ctrTitle"/>
          </p:nvPr>
        </p:nvSpPr>
        <p:spPr>
          <a:xfrm>
            <a:off x="1277100" y="1501546"/>
            <a:ext cx="6589800" cy="2140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Burkhard Keller Tree</a:t>
            </a:r>
            <a:endParaRPr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nic Meeting by Slidesgo">
  <a:themeElements>
    <a:clrScheme name="Simple Light">
      <a:dk1>
        <a:srgbClr val="38B8AB"/>
      </a:dk1>
      <a:lt1>
        <a:srgbClr val="FFFFFF"/>
      </a:lt1>
      <a:dk2>
        <a:srgbClr val="4673AF"/>
      </a:dk2>
      <a:lt2>
        <a:srgbClr val="4673AF"/>
      </a:lt2>
      <a:accent1>
        <a:srgbClr val="4673AF"/>
      </a:accent1>
      <a:accent2>
        <a:srgbClr val="4673AF"/>
      </a:accent2>
      <a:accent3>
        <a:srgbClr val="1B3D6D"/>
      </a:accent3>
      <a:accent4>
        <a:srgbClr val="4673AF"/>
      </a:accent4>
      <a:accent5>
        <a:srgbClr val="3984B2"/>
      </a:accent5>
      <a:accent6>
        <a:srgbClr val="66C9CA"/>
      </a:accent6>
      <a:hlink>
        <a:srgbClr val="1B3D6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Presentación en pantalla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Arial</vt:lpstr>
      <vt:lpstr>Source Sans Pro</vt:lpstr>
      <vt:lpstr>Anton</vt:lpstr>
      <vt:lpstr>Comfortaa Regular</vt:lpstr>
      <vt:lpstr>Fredoka One</vt:lpstr>
      <vt:lpstr>Source Sans Pro Light</vt:lpstr>
      <vt:lpstr>Calibri</vt:lpstr>
      <vt:lpstr>Nonic Meeting by Slidesgo</vt:lpstr>
      <vt:lpstr>Burkhard Keller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Burkhard Keller Tree</dc:title>
  <cp:lastModifiedBy>will</cp:lastModifiedBy>
  <cp:revision>2</cp:revision>
  <dcterms:modified xsi:type="dcterms:W3CDTF">2020-10-09T14:11:39Z</dcterms:modified>
</cp:coreProperties>
</file>